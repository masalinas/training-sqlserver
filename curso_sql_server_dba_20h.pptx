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503E4D0F-F89F-4F8F-998D-C08B0B8358DF}"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5680" cy="3085560"/>
          </a:xfrm>
          <a:prstGeom prst="rect">
            <a:avLst/>
          </a:prstGeom>
        </p:spPr>
      </p:sp>
      <p:sp>
        <p:nvSpPr>
          <p:cNvPr id="202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6000">
              <a:lnSpc>
                <a:spcPct val="100000"/>
              </a:lnSpc>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6000">
              <a:lnSpc>
                <a:spcPct val="100000"/>
              </a:lnSpc>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6000">
              <a:lnSpc>
                <a:spcPct val="100000"/>
              </a:lnSpc>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6000">
              <a:lnSpc>
                <a:spcPct val="100000"/>
              </a:lnSpc>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CA2582F-1190-48C4-98AB-D8D4AAB83EE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5680" cy="3085560"/>
          </a:xfrm>
          <a:prstGeom prst="rect">
            <a:avLst/>
          </a:prstGeom>
        </p:spPr>
      </p:sp>
      <p:sp>
        <p:nvSpPr>
          <p:cNvPr id="202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6000">
              <a:lnSpc>
                <a:spcPct val="100000"/>
              </a:lnSpc>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6000">
              <a:lnSpc>
                <a:spcPct val="100000"/>
              </a:lnSpc>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6000">
              <a:lnSpc>
                <a:spcPct val="100000"/>
              </a:lnSpc>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6000">
              <a:lnSpc>
                <a:spcPct val="100000"/>
              </a:lnSpc>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6000">
              <a:lnSpc>
                <a:spcPct val="100000"/>
              </a:lnSpc>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De los cuatro bloques, ¿cuál creéis que os va a costar más y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04973A-B719-4CD8-A2C0-55C210D242D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5680" cy="3085560"/>
          </a:xfrm>
          <a:prstGeom prst="rect">
            <a:avLst/>
          </a:prstGeom>
        </p:spPr>
      </p:sp>
      <p:sp>
        <p:nvSpPr>
          <p:cNvPr id="203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6000">
              <a:lnSpc>
                <a:spcPct val="100000"/>
              </a:lnSpc>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6000">
              <a:lnSpc>
                <a:spcPct val="100000"/>
              </a:lnSpc>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6000">
              <a:lnSpc>
                <a:spcPct val="100000"/>
              </a:lnSpc>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6000">
              <a:lnSpc>
                <a:spcPct val="100000"/>
              </a:lnSpc>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6000">
              <a:lnSpc>
                <a:spcPct val="100000"/>
              </a:lnSpc>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564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CED906E-96F3-4E32-9457-004943ABC45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5680" cy="3085560"/>
          </a:xfrm>
          <a:prstGeom prst="rect">
            <a:avLst/>
          </a:prstGeom>
        </p:spPr>
      </p:sp>
      <p:sp>
        <p:nvSpPr>
          <p:cNvPr id="203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6000">
              <a:lnSpc>
                <a:spcPct val="100000"/>
              </a:lnSpc>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6000">
              <a:lnSpc>
                <a:spcPct val="100000"/>
              </a:lnSpc>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6000">
              <a:lnSpc>
                <a:spcPct val="100000"/>
              </a:lnSpc>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6000">
              <a:lnSpc>
                <a:spcPct val="100000"/>
              </a:lnSpc>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6000">
              <a:lnSpc>
                <a:spcPct val="100000"/>
              </a:lnSpc>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6000">
              <a:lnSpc>
                <a:spcPct val="100000"/>
              </a:lnSpc>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6000">
              <a:lnSpc>
                <a:spcPct val="100000"/>
              </a:lnSpc>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6000">
              <a:lnSpc>
                <a:spcPct val="100000"/>
              </a:lnSpc>
            </a:pPr>
            <a:r>
              <a:rPr b="0" lang="en-US" sz="2000" spc="-1" strike="noStrike">
                <a:latin typeface="Arial"/>
              </a:rPr>
              <a:t>- Ejecutar SELECT @@VERSION, @@SERVERNAME; y guardar el resultado como evidencia.</a:t>
            </a:r>
            <a:endParaRPr b="0" lang="es-ES" sz="2000" spc="-1" strike="noStrike">
              <a:latin typeface="Arial"/>
            </a:endParaRPr>
          </a:p>
          <a:p>
            <a:pPr marL="216000" indent="-21564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302C8B-B476-4F04-8FA5-6AFA7DF673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5680" cy="3085560"/>
          </a:xfrm>
          <a:prstGeom prst="rect">
            <a:avLst/>
          </a:prstGeom>
        </p:spPr>
      </p:sp>
      <p:sp>
        <p:nvSpPr>
          <p:cNvPr id="203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6000">
              <a:lnSpc>
                <a:spcPct val="100000"/>
              </a:lnSpc>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6000">
              <a:lnSpc>
                <a:spcPct val="100000"/>
              </a:lnSpc>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8674D91-95D7-46E3-A587-C498D9F57E3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5680" cy="3085560"/>
          </a:xfrm>
          <a:prstGeom prst="rect">
            <a:avLst/>
          </a:prstGeom>
        </p:spPr>
      </p:sp>
      <p:sp>
        <p:nvSpPr>
          <p:cNvPr id="203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6000">
              <a:lnSpc>
                <a:spcPct val="100000"/>
              </a:lnSpc>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6000">
              <a:lnSpc>
                <a:spcPct val="100000"/>
              </a:lnSpc>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6000">
              <a:lnSpc>
                <a:spcPct val="100000"/>
              </a:lnSpc>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6000">
              <a:lnSpc>
                <a:spcPct val="100000"/>
              </a:lnSpc>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6000">
              <a:lnSpc>
                <a:spcPct val="100000"/>
              </a:lnSpc>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F02B597-2B25-4A1C-BE5D-F640842BDFB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5680" cy="3085560"/>
          </a:xfrm>
          <a:prstGeom prst="rect">
            <a:avLst/>
          </a:prstGeom>
        </p:spPr>
      </p:sp>
      <p:sp>
        <p:nvSpPr>
          <p:cNvPr id="204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6000">
              <a:lnSpc>
                <a:spcPct val="100000"/>
              </a:lnSpc>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6000">
              <a:lnSpc>
                <a:spcPct val="100000"/>
              </a:lnSpc>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6000">
              <a:lnSpc>
                <a:spcPct val="100000"/>
              </a:lnSpc>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6000">
              <a:lnSpc>
                <a:spcPct val="100000"/>
              </a:lnSpc>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6000">
              <a:lnSpc>
                <a:spcPct val="100000"/>
              </a:lnSpc>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8F136BC-0B99-4CCC-BD74-9666236400A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5680" cy="3085560"/>
          </a:xfrm>
          <a:prstGeom prst="rect">
            <a:avLst/>
          </a:prstGeom>
        </p:spPr>
      </p:sp>
      <p:sp>
        <p:nvSpPr>
          <p:cNvPr id="204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6000">
              <a:lnSpc>
                <a:spcPct val="100000"/>
              </a:lnSpc>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6000">
              <a:lnSpc>
                <a:spcPct val="100000"/>
              </a:lnSpc>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6000">
              <a:lnSpc>
                <a:spcPct val="100000"/>
              </a:lnSpc>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6000">
              <a:lnSpc>
                <a:spcPct val="100000"/>
              </a:lnSpc>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6000">
              <a:lnSpc>
                <a:spcPct val="100000"/>
              </a:lnSpc>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B28BCD7-C4C2-41AF-9056-FE9EA16868E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5680" cy="3085560"/>
          </a:xfrm>
          <a:prstGeom prst="rect">
            <a:avLst/>
          </a:prstGeom>
        </p:spPr>
      </p:sp>
      <p:sp>
        <p:nvSpPr>
          <p:cNvPr id="204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6000">
              <a:lnSpc>
                <a:spcPct val="100000"/>
              </a:lnSpc>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6000">
              <a:lnSpc>
                <a:spcPct val="100000"/>
              </a:lnSpc>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6000">
              <a:lnSpc>
                <a:spcPct val="100000"/>
              </a:lnSpc>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6000">
              <a:lnSpc>
                <a:spcPct val="100000"/>
              </a:lnSpc>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6000">
              <a:lnSpc>
                <a:spcPct val="100000"/>
              </a:lnSpc>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6000">
              <a:lnSpc>
                <a:spcPct val="100000"/>
              </a:lnSpc>
            </a:pPr>
            <a:r>
              <a:rPr b="0" lang="en-US" sz="2000" spc="-1" strike="noStrike">
                <a:latin typeface="Arial"/>
              </a:rPr>
              <a:t>- ¿Qué diferencia hay entre Checkpoint y Lazy Writer?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8FBCC4A-B09D-4759-9282-918C5377D5E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5680" cy="3085560"/>
          </a:xfrm>
          <a:prstGeom prst="rect">
            <a:avLst/>
          </a:prstGeom>
        </p:spPr>
      </p:sp>
      <p:sp>
        <p:nvSpPr>
          <p:cNvPr id="205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6000">
              <a:lnSpc>
                <a:spcPct val="100000"/>
              </a:lnSpc>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6000">
              <a:lnSpc>
                <a:spcPct val="100000"/>
              </a:lnSpc>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6000">
              <a:lnSpc>
                <a:spcPct val="100000"/>
              </a:lnSpc>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6000">
              <a:lnSpc>
                <a:spcPct val="100000"/>
              </a:lnSpc>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6000">
              <a:lnSpc>
                <a:spcPct val="100000"/>
              </a:lnSpc>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 200 bytes caben aproximadamente en una página? (≈ 40.)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445DBEB-5098-41A9-8DAF-7BD99BF811A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5680" cy="3085560"/>
          </a:xfrm>
          <a:prstGeom prst="rect">
            <a:avLst/>
          </a:prstGeom>
        </p:spPr>
      </p:sp>
      <p:sp>
        <p:nvSpPr>
          <p:cNvPr id="205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6000">
              <a:lnSpc>
                <a:spcPct val="100000"/>
              </a:lnSpc>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6000">
              <a:lnSpc>
                <a:spcPct val="100000"/>
              </a:lnSpc>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6000">
              <a:lnSpc>
                <a:spcPct val="100000"/>
              </a:lnSpc>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6000">
              <a:lnSpc>
                <a:spcPct val="100000"/>
              </a:lnSpc>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6000">
              <a:lnSpc>
                <a:spcPct val="100000"/>
              </a:lnSpc>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autogrowth del 10% es una mala práctica en un fichero grande?</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FE9D1C4-D756-489E-A50A-D93F8685535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5680" cy="3085560"/>
          </a:xfrm>
          <a:prstGeom prst="rect">
            <a:avLst/>
          </a:prstGeom>
        </p:spPr>
      </p:sp>
      <p:sp>
        <p:nvSpPr>
          <p:cNvPr id="205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6000">
              <a:lnSpc>
                <a:spcPct val="100000"/>
              </a:lnSpc>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6000">
              <a:lnSpc>
                <a:spcPct val="100000"/>
              </a:lnSpc>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6000">
              <a:lnSpc>
                <a:spcPct val="100000"/>
              </a:lnSpc>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6000">
              <a:lnSpc>
                <a:spcPct val="100000"/>
              </a:lnSpc>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6000">
              <a:lnSpc>
                <a:spcPct val="100000"/>
              </a:lnSpc>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E60E515-50FF-462B-B3C8-9305FD68C39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5680" cy="3085560"/>
          </a:xfrm>
          <a:prstGeom prst="rect">
            <a:avLst/>
          </a:prstGeom>
        </p:spPr>
      </p:sp>
      <p:sp>
        <p:nvSpPr>
          <p:cNvPr id="206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6000">
              <a:lnSpc>
                <a:spcPct val="100000"/>
              </a:lnSpc>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6000">
              <a:lnSpc>
                <a:spcPct val="100000"/>
              </a:lnSpc>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6000">
              <a:lnSpc>
                <a:spcPct val="100000"/>
              </a:lnSpc>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6000">
              <a:lnSpc>
                <a:spcPct val="100000"/>
              </a:lnSpc>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6000">
              <a:lnSpc>
                <a:spcPct val="100000"/>
              </a:lnSpc>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F9ABF08-2860-4921-8925-76B0DDB11B7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5680" cy="3085560"/>
          </a:xfrm>
          <a:prstGeom prst="rect">
            <a:avLst/>
          </a:prstGeom>
        </p:spPr>
      </p:sp>
      <p:sp>
        <p:nvSpPr>
          <p:cNvPr id="206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6000">
              <a:lnSpc>
                <a:spcPct val="100000"/>
              </a:lnSpc>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6000">
              <a:lnSpc>
                <a:spcPct val="100000"/>
              </a:lnSpc>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6000">
              <a:lnSpc>
                <a:spcPct val="100000"/>
              </a:lnSpc>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6000">
              <a:lnSpc>
                <a:spcPct val="100000"/>
              </a:lnSpc>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6000">
              <a:lnSpc>
                <a:spcPct val="100000"/>
              </a:lnSpc>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los jobs de mantenimiento si se pierde msdb y no hay backup?</a:t>
            </a:r>
            <a:endParaRPr b="0" lang="es-ES" sz="2000" spc="-1" strike="noStrike">
              <a:latin typeface="Arial"/>
            </a:endParaRPr>
          </a:p>
          <a:p>
            <a:pPr marL="216000" indent="-21564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2410A2B-217B-4B8E-812B-1072BBD32D5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5680" cy="3085560"/>
          </a:xfrm>
          <a:prstGeom prst="rect">
            <a:avLst/>
          </a:prstGeom>
        </p:spPr>
      </p:sp>
      <p:sp>
        <p:nvSpPr>
          <p:cNvPr id="206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6000">
              <a:lnSpc>
                <a:spcPct val="100000"/>
              </a:lnSpc>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6000">
              <a:lnSpc>
                <a:spcPct val="100000"/>
              </a:lnSpc>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6000">
              <a:lnSpc>
                <a:spcPct val="100000"/>
              </a:lnSpc>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6000">
              <a:lnSpc>
                <a:spcPct val="100000"/>
              </a:lnSpc>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6000">
              <a:lnSpc>
                <a:spcPct val="100000"/>
              </a:lnSpc>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8986D46-95B8-49BF-8CC7-4751A816BF3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5680" cy="3085560"/>
          </a:xfrm>
          <a:prstGeom prst="rect">
            <a:avLst/>
          </a:prstGeom>
        </p:spPr>
      </p:sp>
      <p:sp>
        <p:nvSpPr>
          <p:cNvPr id="206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6000">
              <a:lnSpc>
                <a:spcPct val="100000"/>
              </a:lnSpc>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6000">
              <a:lnSpc>
                <a:spcPct val="100000"/>
              </a:lnSpc>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6000">
              <a:lnSpc>
                <a:spcPct val="100000"/>
              </a:lnSpc>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6000">
              <a:lnSpc>
                <a:spcPct val="100000"/>
              </a:lnSpc>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6000">
              <a:lnSpc>
                <a:spcPct val="100000"/>
              </a:lnSpc>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564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8170C61-1692-4AD4-96CA-8BE352332A6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5680" cy="3085560"/>
          </a:xfrm>
          <a:prstGeom prst="rect">
            <a:avLst/>
          </a:prstGeom>
        </p:spPr>
      </p:sp>
      <p:sp>
        <p:nvSpPr>
          <p:cNvPr id="207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6000">
              <a:lnSpc>
                <a:spcPct val="100000"/>
              </a:lnSpc>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6000">
              <a:lnSpc>
                <a:spcPct val="100000"/>
              </a:lnSpc>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6000">
              <a:lnSpc>
                <a:spcPct val="100000"/>
              </a:lnSpc>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6000">
              <a:lnSpc>
                <a:spcPct val="100000"/>
              </a:lnSpc>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6000">
              <a:lnSpc>
                <a:spcPct val="100000"/>
              </a:lnSpc>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E7929C3-C574-444B-BE26-26AF30A0F82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5680" cy="3085560"/>
          </a:xfrm>
          <a:prstGeom prst="rect">
            <a:avLst/>
          </a:prstGeom>
        </p:spPr>
      </p:sp>
      <p:sp>
        <p:nvSpPr>
          <p:cNvPr id="207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6000">
              <a:lnSpc>
                <a:spcPct val="100000"/>
              </a:lnSpc>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6000">
              <a:lnSpc>
                <a:spcPct val="100000"/>
              </a:lnSpc>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6000">
              <a:lnSpc>
                <a:spcPct val="100000"/>
              </a:lnSpc>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6000">
              <a:lnSpc>
                <a:spcPct val="100000"/>
              </a:lnSpc>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6000">
              <a:lnSpc>
                <a:spcPct val="100000"/>
              </a:lnSpc>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6000">
              <a:lnSpc>
                <a:spcPct val="100000"/>
              </a:lnSpc>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6000">
              <a:lnSpc>
                <a:spcPct val="100000"/>
              </a:lnSpc>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564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DDFCD70-5D0D-4539-A971-E169F2A8D80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5680" cy="3085560"/>
          </a:xfrm>
          <a:prstGeom prst="rect">
            <a:avLst/>
          </a:prstGeom>
        </p:spPr>
      </p:sp>
      <p:sp>
        <p:nvSpPr>
          <p:cNvPr id="207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6000">
              <a:lnSpc>
                <a:spcPct val="100000"/>
              </a:lnSpc>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6000">
              <a:lnSpc>
                <a:spcPct val="100000"/>
              </a:lnSpc>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6000">
              <a:lnSpc>
                <a:spcPct val="100000"/>
              </a:lnSpc>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6000">
              <a:lnSpc>
                <a:spcPct val="100000"/>
              </a:lnSpc>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6000">
              <a:lnSpc>
                <a:spcPct val="100000"/>
              </a:lnSpc>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6000">
              <a:lnSpc>
                <a:spcPct val="100000"/>
              </a:lnSpc>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CD1712-E57B-47A6-B26F-9C252EE5AA5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5680" cy="3085560"/>
          </a:xfrm>
          <a:prstGeom prst="rect">
            <a:avLst/>
          </a:prstGeom>
        </p:spPr>
      </p:sp>
      <p:sp>
        <p:nvSpPr>
          <p:cNvPr id="208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6000">
              <a:lnSpc>
                <a:spcPct val="100000"/>
              </a:lnSpc>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6000">
              <a:lnSpc>
                <a:spcPct val="100000"/>
              </a:lnSpc>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6000">
              <a:lnSpc>
                <a:spcPct val="100000"/>
              </a:lnSpc>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6000">
              <a:lnSpc>
                <a:spcPct val="100000"/>
              </a:lnSpc>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ejecutar ALTER DATABASE Ventas MODIFY FILEGROUP FG_DATOS DEFAULT.</a:t>
            </a:r>
            <a:endParaRPr b="0" lang="es-ES" sz="2000" spc="-1" strike="noStrike">
              <a:latin typeface="Arial"/>
            </a:endParaRPr>
          </a:p>
          <a:p>
            <a:pPr marL="216000" indent="-216000">
              <a:lnSpc>
                <a:spcPct val="100000"/>
              </a:lnSpc>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6000">
              <a:lnSpc>
                <a:spcPct val="100000"/>
              </a:lnSpc>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6000">
              <a:lnSpc>
                <a:spcPct val="100000"/>
              </a:lnSpc>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564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7DFEDD0-82FA-44FE-875E-797B699FFC0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5680" cy="3085560"/>
          </a:xfrm>
          <a:prstGeom prst="rect">
            <a:avLst/>
          </a:prstGeom>
        </p:spPr>
      </p:sp>
      <p:sp>
        <p:nvSpPr>
          <p:cNvPr id="208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6000">
              <a:lnSpc>
                <a:spcPct val="100000"/>
              </a:lnSpc>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6000">
              <a:lnSpc>
                <a:spcPct val="100000"/>
              </a:lnSpc>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6000">
              <a:lnSpc>
                <a:spcPct val="100000"/>
              </a:lnSpc>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6000">
              <a:lnSpc>
                <a:spcPct val="100000"/>
              </a:lnSpc>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6000">
              <a:lnSpc>
                <a:spcPct val="100000"/>
              </a:lnSpc>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6000">
              <a:lnSpc>
                <a:spcPct val="100000"/>
              </a:lnSpc>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564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4E41D21-D4A0-4954-8148-A30F639E82B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5680" cy="3085560"/>
          </a:xfrm>
          <a:prstGeom prst="rect">
            <a:avLst/>
          </a:prstGeom>
        </p:spPr>
      </p:sp>
      <p:sp>
        <p:nvSpPr>
          <p:cNvPr id="208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6000">
              <a:lnSpc>
                <a:spcPct val="100000"/>
              </a:lnSpc>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6000">
              <a:lnSpc>
                <a:spcPct val="100000"/>
              </a:lnSpc>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6000">
              <a:lnSpc>
                <a:spcPct val="100000"/>
              </a:lnSpc>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6000">
              <a:lnSpc>
                <a:spcPct val="100000"/>
              </a:lnSpc>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6000">
              <a:lnSpc>
                <a:spcPct val="100000"/>
              </a:lnSpc>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6000">
              <a:lnSpc>
                <a:spcPct val="100000"/>
              </a:lnSpc>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564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3E5A1FE-47FB-4D5A-AD49-E837D86FF7D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5680" cy="3085560"/>
          </a:xfrm>
          <a:prstGeom prst="rect">
            <a:avLst/>
          </a:prstGeom>
        </p:spPr>
      </p:sp>
      <p:sp>
        <p:nvSpPr>
          <p:cNvPr id="209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6000">
              <a:lnSpc>
                <a:spcPct val="100000"/>
              </a:lnSpc>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6000">
              <a:lnSpc>
                <a:spcPct val="100000"/>
              </a:lnSpc>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6000">
              <a:lnSpc>
                <a:spcPct val="100000"/>
              </a:lnSpc>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6000">
              <a:lnSpc>
                <a:spcPct val="100000"/>
              </a:lnSpc>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6000">
              <a:lnSpc>
                <a:spcPct val="100000"/>
              </a:lnSpc>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6000">
              <a:lnSpc>
                <a:spcPct val="100000"/>
              </a:lnSpc>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7AD11FE-50E1-4FD7-9474-0D6E2E122CD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5680" cy="3085560"/>
          </a:xfrm>
          <a:prstGeom prst="rect">
            <a:avLst/>
          </a:prstGeom>
        </p:spPr>
      </p:sp>
      <p:sp>
        <p:nvSpPr>
          <p:cNvPr id="209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6000">
              <a:lnSpc>
                <a:spcPct val="100000"/>
              </a:lnSpc>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6000">
              <a:lnSpc>
                <a:spcPct val="100000"/>
              </a:lnSpc>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6000">
              <a:lnSpc>
                <a:spcPct val="100000"/>
              </a:lnSpc>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6000">
              <a:lnSpc>
                <a:spcPct val="100000"/>
              </a:lnSpc>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6000">
              <a:lnSpc>
                <a:spcPct val="100000"/>
              </a:lnSpc>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6000">
              <a:lnSpc>
                <a:spcPct val="100000"/>
              </a:lnSpc>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7603FFE-D70A-4130-A9EC-4C48D64BF55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5680" cy="3085560"/>
          </a:xfrm>
          <a:prstGeom prst="rect">
            <a:avLst/>
          </a:prstGeom>
        </p:spPr>
      </p:sp>
      <p:sp>
        <p:nvSpPr>
          <p:cNvPr id="209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6000">
              <a:lnSpc>
                <a:spcPct val="100000"/>
              </a:lnSpc>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6000">
              <a:lnSpc>
                <a:spcPct val="100000"/>
              </a:lnSpc>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6000">
              <a:lnSpc>
                <a:spcPct val="100000"/>
              </a:lnSpc>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6000">
              <a:lnSpc>
                <a:spcPct val="100000"/>
              </a:lnSpc>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6000">
              <a:lnSpc>
                <a:spcPct val="100000"/>
              </a:lnSpc>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6000">
              <a:lnSpc>
                <a:spcPct val="100000"/>
              </a:lnSpc>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creéis que se exige COUNT_BIG(*) cuando hay GROUP BY?</a:t>
            </a:r>
            <a:endParaRPr b="0" lang="es-ES" sz="2000" spc="-1" strike="noStrike">
              <a:latin typeface="Arial"/>
            </a:endParaRPr>
          </a:p>
          <a:p>
            <a:pPr marL="216000" indent="-21564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1B1C0D5-D4A0-4AF1-96B5-C6D485A56FD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5680" cy="3085560"/>
          </a:xfrm>
          <a:prstGeom prst="rect">
            <a:avLst/>
          </a:prstGeom>
        </p:spPr>
      </p:sp>
      <p:sp>
        <p:nvSpPr>
          <p:cNvPr id="209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6000">
              <a:lnSpc>
                <a:spcPct val="100000"/>
              </a:lnSpc>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6000">
              <a:lnSpc>
                <a:spcPct val="100000"/>
              </a:lnSpc>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6000">
              <a:lnSpc>
                <a:spcPct val="100000"/>
              </a:lnSpc>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6000">
              <a:lnSpc>
                <a:spcPct val="100000"/>
              </a:lnSpc>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6000">
              <a:lnSpc>
                <a:spcPct val="100000"/>
              </a:lnSpc>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6000">
              <a:lnSpc>
                <a:spcPct val="100000"/>
              </a:lnSpc>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6231111-720C-4E37-B507-7B59073DA3B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5680" cy="3085560"/>
          </a:xfrm>
          <a:prstGeom prst="rect">
            <a:avLst/>
          </a:prstGeom>
        </p:spPr>
      </p:sp>
      <p:sp>
        <p:nvSpPr>
          <p:cNvPr id="210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6000">
              <a:lnSpc>
                <a:spcPct val="100000"/>
              </a:lnSpc>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6000">
              <a:lnSpc>
                <a:spcPct val="100000"/>
              </a:lnSpc>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6000">
              <a:lnSpc>
                <a:spcPct val="100000"/>
              </a:lnSpc>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6000">
              <a:lnSpc>
                <a:spcPct val="100000"/>
              </a:lnSpc>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6000">
              <a:lnSpc>
                <a:spcPct val="100000"/>
              </a:lnSpc>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6000">
              <a:lnSpc>
                <a:spcPct val="100000"/>
              </a:lnSpc>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B3454DE-968B-4425-8052-8D4856B022E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5680" cy="3085560"/>
          </a:xfrm>
          <a:prstGeom prst="rect">
            <a:avLst/>
          </a:prstGeom>
        </p:spPr>
      </p:sp>
      <p:sp>
        <p:nvSpPr>
          <p:cNvPr id="210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6000">
              <a:lnSpc>
                <a:spcPct val="100000"/>
              </a:lnSpc>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6000">
              <a:lnSpc>
                <a:spcPct val="100000"/>
              </a:lnSpc>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6000">
              <a:lnSpc>
                <a:spcPct val="100000"/>
              </a:lnSpc>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6000">
              <a:lnSpc>
                <a:spcPct val="100000"/>
              </a:lnSpc>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6000">
              <a:lnSpc>
                <a:spcPct val="100000"/>
              </a:lnSpc>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6000">
              <a:lnSpc>
                <a:spcPct val="100000"/>
              </a:lnSpc>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437E710-AF47-4BBD-9DE8-23896EBD540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5680" cy="3085560"/>
          </a:xfrm>
          <a:prstGeom prst="rect">
            <a:avLst/>
          </a:prstGeom>
        </p:spPr>
      </p:sp>
      <p:sp>
        <p:nvSpPr>
          <p:cNvPr id="210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6000">
              <a:lnSpc>
                <a:spcPct val="100000"/>
              </a:lnSpc>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6000">
              <a:lnSpc>
                <a:spcPct val="100000"/>
              </a:lnSpc>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6000">
              <a:lnSpc>
                <a:spcPct val="100000"/>
              </a:lnSpc>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6000">
              <a:lnSpc>
                <a:spcPct val="100000"/>
              </a:lnSpc>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6000">
              <a:lnSpc>
                <a:spcPct val="100000"/>
              </a:lnSpc>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6000">
              <a:lnSpc>
                <a:spcPct val="100000"/>
              </a:lnSpc>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564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26DD975-F570-47B0-8844-719EA1366F6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5680" cy="3085560"/>
          </a:xfrm>
          <a:prstGeom prst="rect">
            <a:avLst/>
          </a:prstGeom>
        </p:spPr>
      </p:sp>
      <p:sp>
        <p:nvSpPr>
          <p:cNvPr id="211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6000">
              <a:lnSpc>
                <a:spcPct val="100000"/>
              </a:lnSpc>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6000">
              <a:lnSpc>
                <a:spcPct val="100000"/>
              </a:lnSpc>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6000">
              <a:lnSpc>
                <a:spcPct val="100000"/>
              </a:lnSpc>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6000">
              <a:lnSpc>
                <a:spcPct val="100000"/>
              </a:lnSpc>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6000">
              <a:lnSpc>
                <a:spcPct val="100000"/>
              </a:lnSpc>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6000">
              <a:lnSpc>
                <a:spcPct val="100000"/>
              </a:lnSpc>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564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84B56D7-3F1D-4995-A3BC-19BECD10511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5680" cy="3085560"/>
          </a:xfrm>
          <a:prstGeom prst="rect">
            <a:avLst/>
          </a:prstGeom>
        </p:spPr>
      </p:sp>
      <p:sp>
        <p:nvSpPr>
          <p:cNvPr id="211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6000">
              <a:lnSpc>
                <a:spcPct val="100000"/>
              </a:lnSpc>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6000">
              <a:lnSpc>
                <a:spcPct val="100000"/>
              </a:lnSpc>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6000">
              <a:lnSpc>
                <a:spcPct val="100000"/>
              </a:lnSpc>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6000">
              <a:lnSpc>
                <a:spcPct val="100000"/>
              </a:lnSpc>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6000">
              <a:lnSpc>
                <a:spcPct val="100000"/>
              </a:lnSpc>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6000">
              <a:lnSpc>
                <a:spcPct val="100000"/>
              </a:lnSpc>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564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C0D375-8CBF-400E-8358-CB17E23E8A8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5680" cy="3085560"/>
          </a:xfrm>
          <a:prstGeom prst="rect">
            <a:avLst/>
          </a:prstGeom>
        </p:spPr>
      </p:sp>
      <p:sp>
        <p:nvSpPr>
          <p:cNvPr id="211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6000">
              <a:lnSpc>
                <a:spcPct val="100000"/>
              </a:lnSpc>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6000">
              <a:lnSpc>
                <a:spcPct val="100000"/>
              </a:lnSpc>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6000">
              <a:lnSpc>
                <a:spcPct val="100000"/>
              </a:lnSpc>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6000">
              <a:lnSpc>
                <a:spcPct val="100000"/>
              </a:lnSpc>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6000">
              <a:lnSpc>
                <a:spcPct val="100000"/>
              </a:lnSpc>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6000">
              <a:lnSpc>
                <a:spcPct val="100000"/>
              </a:lnSpc>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564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43A98EC-7DCD-43B7-BEB3-10242E82CA9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5680" cy="3085560"/>
          </a:xfrm>
          <a:prstGeom prst="rect">
            <a:avLst/>
          </a:prstGeom>
        </p:spPr>
      </p:sp>
      <p:sp>
        <p:nvSpPr>
          <p:cNvPr id="212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6000">
              <a:lnSpc>
                <a:spcPct val="100000"/>
              </a:lnSpc>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6000">
              <a:lnSpc>
                <a:spcPct val="100000"/>
              </a:lnSpc>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6000">
              <a:lnSpc>
                <a:spcPct val="100000"/>
              </a:lnSpc>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6000">
              <a:lnSpc>
                <a:spcPct val="100000"/>
              </a:lnSpc>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6000">
              <a:lnSpc>
                <a:spcPct val="100000"/>
              </a:lnSpc>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6000">
              <a:lnSpc>
                <a:spcPct val="100000"/>
              </a:lnSpc>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6000">
              <a:lnSpc>
                <a:spcPct val="100000"/>
              </a:lnSpc>
            </a:pPr>
            <a:r>
              <a:rPr b="0" lang="en-US" sz="2000" spc="-1" strike="noStrike">
                <a:latin typeface="Arial"/>
              </a:rPr>
              <a:t>- Crear la tabla dbo.BaseConocimiento con la columna ContenidoEmbedding VECTOR(4).</a:t>
            </a:r>
            <a:endParaRPr b="0" lang="es-ES" sz="2000" spc="-1" strike="noStrike">
              <a:latin typeface="Arial"/>
            </a:endParaRPr>
          </a:p>
          <a:p>
            <a:pPr marL="216000" indent="-21564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B544AE4-D271-406C-973F-F2E95A207EF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5680" cy="3085560"/>
          </a:xfrm>
          <a:prstGeom prst="rect">
            <a:avLst/>
          </a:prstGeom>
        </p:spPr>
      </p:sp>
      <p:sp>
        <p:nvSpPr>
          <p:cNvPr id="212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6000">
              <a:lnSpc>
                <a:spcPct val="100000"/>
              </a:lnSpc>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6000">
              <a:lnSpc>
                <a:spcPct val="100000"/>
              </a:lnSpc>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6000">
              <a:lnSpc>
                <a:spcPct val="100000"/>
              </a:lnSpc>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6000">
              <a:lnSpc>
                <a:spcPct val="100000"/>
              </a:lnSpc>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6000">
              <a:lnSpc>
                <a:spcPct val="100000"/>
              </a:lnSpc>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6000">
              <a:lnSpc>
                <a:spcPct val="100000"/>
              </a:lnSpc>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6000">
              <a:lnSpc>
                <a:spcPct val="100000"/>
              </a:lnSpc>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6000">
              <a:lnSpc>
                <a:spcPct val="100000"/>
              </a:lnSpc>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6000">
              <a:lnSpc>
                <a:spcPct val="100000"/>
              </a:lnSpc>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6000">
              <a:lnSpc>
                <a:spcPct val="100000"/>
              </a:lnSpc>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6000">
              <a:lnSpc>
                <a:spcPct val="100000"/>
              </a:lnSpc>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F18811-55CE-45EE-8973-9DB8000E3ED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5680" cy="3085560"/>
          </a:xfrm>
          <a:prstGeom prst="rect">
            <a:avLst/>
          </a:prstGeom>
        </p:spPr>
      </p:sp>
      <p:sp>
        <p:nvSpPr>
          <p:cNvPr id="212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6000">
              <a:lnSpc>
                <a:spcPct val="100000"/>
              </a:lnSpc>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6000">
              <a:lnSpc>
                <a:spcPct val="100000"/>
              </a:lnSpc>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6000">
              <a:lnSpc>
                <a:spcPct val="100000"/>
              </a:lnSpc>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6000">
              <a:lnSpc>
                <a:spcPct val="100000"/>
              </a:lnSpc>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6000">
              <a:lnSpc>
                <a:spcPct val="100000"/>
              </a:lnSpc>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6000">
              <a:lnSpc>
                <a:spcPct val="100000"/>
              </a:lnSpc>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25EEF1D-34D4-4B45-81D4-F2B24F3077F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5680" cy="3085560"/>
          </a:xfrm>
          <a:prstGeom prst="rect">
            <a:avLst/>
          </a:prstGeom>
        </p:spPr>
      </p:sp>
      <p:sp>
        <p:nvSpPr>
          <p:cNvPr id="212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6000">
              <a:lnSpc>
                <a:spcPct val="100000"/>
              </a:lnSpc>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6000">
              <a:lnSpc>
                <a:spcPct val="100000"/>
              </a:lnSpc>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6000">
              <a:lnSpc>
                <a:spcPct val="100000"/>
              </a:lnSpc>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6000">
              <a:lnSpc>
                <a:spcPct val="100000"/>
              </a:lnSpc>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6000">
              <a:lnSpc>
                <a:spcPct val="100000"/>
              </a:lnSpc>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6000">
              <a:lnSpc>
                <a:spcPct val="100000"/>
              </a:lnSpc>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564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307430C-A442-4E51-B53F-B575354A3E6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5680" cy="3085560"/>
          </a:xfrm>
          <a:prstGeom prst="rect">
            <a:avLst/>
          </a:prstGeom>
        </p:spPr>
      </p:sp>
      <p:sp>
        <p:nvSpPr>
          <p:cNvPr id="213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6000">
              <a:lnSpc>
                <a:spcPct val="100000"/>
              </a:lnSpc>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6000">
              <a:lnSpc>
                <a:spcPct val="100000"/>
              </a:lnSpc>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6000">
              <a:lnSpc>
                <a:spcPct val="100000"/>
              </a:lnSpc>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6000">
              <a:lnSpc>
                <a:spcPct val="100000"/>
              </a:lnSpc>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6000">
              <a:lnSpc>
                <a:spcPct val="100000"/>
              </a:lnSpc>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6000">
              <a:lnSpc>
                <a:spcPct val="100000"/>
              </a:lnSpc>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9630869-6C65-4875-968C-9CD682876C3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5680" cy="3085560"/>
          </a:xfrm>
          <a:prstGeom prst="rect">
            <a:avLst/>
          </a:prstGeom>
        </p:spPr>
      </p:sp>
      <p:sp>
        <p:nvSpPr>
          <p:cNvPr id="213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6000">
              <a:lnSpc>
                <a:spcPct val="100000"/>
              </a:lnSpc>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6000">
              <a:lnSpc>
                <a:spcPct val="100000"/>
              </a:lnSpc>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6000">
              <a:lnSpc>
                <a:spcPct val="100000"/>
              </a:lnSpc>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6000">
              <a:lnSpc>
                <a:spcPct val="100000"/>
              </a:lnSpc>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6000">
              <a:lnSpc>
                <a:spcPct val="100000"/>
              </a:lnSpc>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6000">
              <a:lnSpc>
                <a:spcPct val="100000"/>
              </a:lnSpc>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B6B4EF5-E2F3-4231-8E8F-450B81B0E4E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5680" cy="3085560"/>
          </a:xfrm>
          <a:prstGeom prst="rect">
            <a:avLst/>
          </a:prstGeom>
        </p:spPr>
      </p:sp>
      <p:sp>
        <p:nvSpPr>
          <p:cNvPr id="213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6000">
              <a:lnSpc>
                <a:spcPct val="100000"/>
              </a:lnSpc>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6000">
              <a:lnSpc>
                <a:spcPct val="100000"/>
              </a:lnSpc>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6000">
              <a:lnSpc>
                <a:spcPct val="100000"/>
              </a:lnSpc>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6000">
              <a:lnSpc>
                <a:spcPct val="100000"/>
              </a:lnSpc>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6000">
              <a:lnSpc>
                <a:spcPct val="100000"/>
              </a:lnSpc>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6000">
              <a:lnSpc>
                <a:spcPct val="100000"/>
              </a:lnSpc>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03805BF-B32F-4A72-831D-8E62EA5B921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5680" cy="3085560"/>
          </a:xfrm>
          <a:prstGeom prst="rect">
            <a:avLst/>
          </a:prstGeom>
        </p:spPr>
      </p:sp>
      <p:sp>
        <p:nvSpPr>
          <p:cNvPr id="214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6000">
              <a:lnSpc>
                <a:spcPct val="100000"/>
              </a:lnSpc>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6000">
              <a:lnSpc>
                <a:spcPct val="100000"/>
              </a:lnSpc>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6000">
              <a:lnSpc>
                <a:spcPct val="100000"/>
              </a:lnSpc>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6000">
              <a:lnSpc>
                <a:spcPct val="100000"/>
              </a:lnSpc>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6000">
              <a:lnSpc>
                <a:spcPct val="100000"/>
              </a:lnSpc>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6000">
              <a:lnSpc>
                <a:spcPct val="100000"/>
              </a:lnSpc>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192A3F1-7DFA-4E89-9063-F07A64D1ED7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5680" cy="3085560"/>
          </a:xfrm>
          <a:prstGeom prst="rect">
            <a:avLst/>
          </a:prstGeom>
        </p:spPr>
      </p:sp>
      <p:sp>
        <p:nvSpPr>
          <p:cNvPr id="214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6000">
              <a:lnSpc>
                <a:spcPct val="100000"/>
              </a:lnSpc>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6000">
              <a:lnSpc>
                <a:spcPct val="100000"/>
              </a:lnSpc>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6000">
              <a:lnSpc>
                <a:spcPct val="100000"/>
              </a:lnSpc>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6000">
              <a:lnSpc>
                <a:spcPct val="100000"/>
              </a:lnSpc>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6000">
              <a:lnSpc>
                <a:spcPct val="100000"/>
              </a:lnSpc>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6000">
              <a:lnSpc>
                <a:spcPct val="100000"/>
              </a:lnSpc>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15F2217-71C7-4801-98F3-2963A04A48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5680" cy="3085560"/>
          </a:xfrm>
          <a:prstGeom prst="rect">
            <a:avLst/>
          </a:prstGeom>
        </p:spPr>
      </p:sp>
      <p:sp>
        <p:nvSpPr>
          <p:cNvPr id="214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6000">
              <a:lnSpc>
                <a:spcPct val="100000"/>
              </a:lnSpc>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6000">
              <a:lnSpc>
                <a:spcPct val="100000"/>
              </a:lnSpc>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6000">
              <a:lnSpc>
                <a:spcPct val="100000"/>
              </a:lnSpc>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6000">
              <a:lnSpc>
                <a:spcPct val="100000"/>
              </a:lnSpc>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6000">
              <a:lnSpc>
                <a:spcPct val="100000"/>
              </a:lnSpc>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6000">
              <a:lnSpc>
                <a:spcPct val="100000"/>
              </a:lnSpc>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6000">
              <a:lnSpc>
                <a:spcPct val="100000"/>
              </a:lnSpc>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6000">
              <a:lnSpc>
                <a:spcPct val="100000"/>
              </a:lnSpc>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6000">
              <a:lnSpc>
                <a:spcPct val="100000"/>
              </a:lnSpc>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6000">
              <a:lnSpc>
                <a:spcPct val="100000"/>
              </a:lnSpc>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6000">
              <a:lnSpc>
                <a:spcPct val="100000"/>
              </a:lnSpc>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0DF1EBE-1319-448C-B96A-9B041B0D5ED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5680" cy="3085560"/>
          </a:xfrm>
          <a:prstGeom prst="rect">
            <a:avLst/>
          </a:prstGeom>
        </p:spPr>
      </p:sp>
      <p:sp>
        <p:nvSpPr>
          <p:cNvPr id="215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6000">
              <a:lnSpc>
                <a:spcPct val="100000"/>
              </a:lnSpc>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6000">
              <a:lnSpc>
                <a:spcPct val="100000"/>
              </a:lnSpc>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6000">
              <a:lnSpc>
                <a:spcPct val="100000"/>
              </a:lnSpc>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6000">
              <a:lnSpc>
                <a:spcPct val="100000"/>
              </a:lnSpc>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6000">
              <a:lnSpc>
                <a:spcPct val="100000"/>
              </a:lnSpc>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564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6A28B38-1A9F-4B56-AC15-892AF53194E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5680" cy="3085560"/>
          </a:xfrm>
          <a:prstGeom prst="rect">
            <a:avLst/>
          </a:prstGeom>
        </p:spPr>
      </p:sp>
      <p:sp>
        <p:nvSpPr>
          <p:cNvPr id="215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6000">
              <a:lnSpc>
                <a:spcPct val="100000"/>
              </a:lnSpc>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6000">
              <a:lnSpc>
                <a:spcPct val="100000"/>
              </a:lnSpc>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6000">
              <a:lnSpc>
                <a:spcPct val="100000"/>
              </a:lnSpc>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6000">
              <a:lnSpc>
                <a:spcPct val="100000"/>
              </a:lnSpc>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6000">
              <a:lnSpc>
                <a:spcPct val="100000"/>
              </a:lnSpc>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D9FE11E-9A9B-40E2-8C9D-E6AB7D11D4F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5680" cy="3085560"/>
          </a:xfrm>
          <a:prstGeom prst="rect">
            <a:avLst/>
          </a:prstGeom>
        </p:spPr>
      </p:sp>
      <p:sp>
        <p:nvSpPr>
          <p:cNvPr id="215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6000">
              <a:lnSpc>
                <a:spcPct val="100000"/>
              </a:lnSpc>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6000">
              <a:lnSpc>
                <a:spcPct val="100000"/>
              </a:lnSpc>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6000">
              <a:lnSpc>
                <a:spcPct val="100000"/>
              </a:lnSpc>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6000">
              <a:lnSpc>
                <a:spcPct val="100000"/>
              </a:lnSpc>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6000">
              <a:lnSpc>
                <a:spcPct val="100000"/>
              </a:lnSpc>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6000">
              <a:lnSpc>
                <a:spcPct val="100000"/>
              </a:lnSpc>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66C0222-373E-4E34-A128-C3CD90121B9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5680" cy="3085560"/>
          </a:xfrm>
          <a:prstGeom prst="rect">
            <a:avLst/>
          </a:prstGeom>
        </p:spPr>
      </p:sp>
      <p:sp>
        <p:nvSpPr>
          <p:cNvPr id="215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6000">
              <a:lnSpc>
                <a:spcPct val="100000"/>
              </a:lnSpc>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6000">
              <a:lnSpc>
                <a:spcPct val="100000"/>
              </a:lnSpc>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6000">
              <a:lnSpc>
                <a:spcPct val="100000"/>
              </a:lnSpc>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6000">
              <a:lnSpc>
                <a:spcPct val="100000"/>
              </a:lnSpc>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6000">
              <a:lnSpc>
                <a:spcPct val="100000"/>
              </a:lnSpc>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564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43AEE83-D6EA-43FD-982B-2C657B32264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5680" cy="3085560"/>
          </a:xfrm>
          <a:prstGeom prst="rect">
            <a:avLst/>
          </a:prstGeom>
        </p:spPr>
      </p:sp>
      <p:sp>
        <p:nvSpPr>
          <p:cNvPr id="216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6000">
              <a:lnSpc>
                <a:spcPct val="100000"/>
              </a:lnSpc>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6000">
              <a:lnSpc>
                <a:spcPct val="100000"/>
              </a:lnSpc>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6000">
              <a:lnSpc>
                <a:spcPct val="100000"/>
              </a:lnSpc>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6000">
              <a:lnSpc>
                <a:spcPct val="100000"/>
              </a:lnSpc>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6000">
              <a:lnSpc>
                <a:spcPct val="100000"/>
              </a:lnSpc>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564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63BE13F-E0F7-4113-8951-7E0BA064697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5680" cy="3085560"/>
          </a:xfrm>
          <a:prstGeom prst="rect">
            <a:avLst/>
          </a:prstGeom>
        </p:spPr>
      </p:sp>
      <p:sp>
        <p:nvSpPr>
          <p:cNvPr id="216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6000">
              <a:lnSpc>
                <a:spcPct val="100000"/>
              </a:lnSpc>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6000">
              <a:lnSpc>
                <a:spcPct val="100000"/>
              </a:lnSpc>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6000">
              <a:lnSpc>
                <a:spcPct val="100000"/>
              </a:lnSpc>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6000">
              <a:lnSpc>
                <a:spcPct val="100000"/>
              </a:lnSpc>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6000">
              <a:lnSpc>
                <a:spcPct val="100000"/>
              </a:lnSpc>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F2C2238-48CD-4F1C-A334-CC9F9DEA751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5680" cy="3085560"/>
          </a:xfrm>
          <a:prstGeom prst="rect">
            <a:avLst/>
          </a:prstGeom>
        </p:spPr>
      </p:sp>
      <p:sp>
        <p:nvSpPr>
          <p:cNvPr id="216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6000">
              <a:lnSpc>
                <a:spcPct val="100000"/>
              </a:lnSpc>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6000">
              <a:lnSpc>
                <a:spcPct val="100000"/>
              </a:lnSpc>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6000">
              <a:lnSpc>
                <a:spcPct val="100000"/>
              </a:lnSpc>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6000">
              <a:lnSpc>
                <a:spcPct val="100000"/>
              </a:lnSpc>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6000">
              <a:lnSpc>
                <a:spcPct val="100000"/>
              </a:lnSpc>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6000">
              <a:lnSpc>
                <a:spcPct val="100000"/>
              </a:lnSpc>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80BA383-9C98-407C-B1A6-2E24BFB0034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5680" cy="3085560"/>
          </a:xfrm>
          <a:prstGeom prst="rect">
            <a:avLst/>
          </a:prstGeom>
        </p:spPr>
      </p:sp>
      <p:sp>
        <p:nvSpPr>
          <p:cNvPr id="217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6000">
              <a:lnSpc>
                <a:spcPct val="100000"/>
              </a:lnSpc>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6000">
              <a:lnSpc>
                <a:spcPct val="100000"/>
              </a:lnSpc>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6000">
              <a:lnSpc>
                <a:spcPct val="100000"/>
              </a:lnSpc>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6000">
              <a:lnSpc>
                <a:spcPct val="100000"/>
              </a:lnSpc>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6000">
              <a:lnSpc>
                <a:spcPct val="100000"/>
              </a:lnSpc>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564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3CF71C0-9344-4407-A948-100CD7DE795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5680" cy="3085560"/>
          </a:xfrm>
          <a:prstGeom prst="rect">
            <a:avLst/>
          </a:prstGeom>
        </p:spPr>
      </p:sp>
      <p:sp>
        <p:nvSpPr>
          <p:cNvPr id="217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6000">
              <a:lnSpc>
                <a:spcPct val="100000"/>
              </a:lnSpc>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6000">
              <a:lnSpc>
                <a:spcPct val="100000"/>
              </a:lnSpc>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6000">
              <a:lnSpc>
                <a:spcPct val="100000"/>
              </a:lnSpc>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6000">
              <a:lnSpc>
                <a:spcPct val="100000"/>
              </a:lnSpc>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6000">
              <a:lnSpc>
                <a:spcPct val="100000"/>
              </a:lnSpc>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97534C3-CA85-48F4-A3C6-F7CF9E40F03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5680" cy="3085560"/>
          </a:xfrm>
          <a:prstGeom prst="rect">
            <a:avLst/>
          </a:prstGeom>
        </p:spPr>
      </p:sp>
      <p:sp>
        <p:nvSpPr>
          <p:cNvPr id="217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6000">
              <a:lnSpc>
                <a:spcPct val="100000"/>
              </a:lnSpc>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6000">
              <a:lnSpc>
                <a:spcPct val="100000"/>
              </a:lnSpc>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6000">
              <a:lnSpc>
                <a:spcPct val="100000"/>
              </a:lnSpc>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6000">
              <a:lnSpc>
                <a:spcPct val="100000"/>
              </a:lnSpc>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6000">
              <a:lnSpc>
                <a:spcPct val="100000"/>
              </a:lnSpc>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564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92E920E-7189-4CCB-84FF-A7AD6CAEFA1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5680" cy="3085560"/>
          </a:xfrm>
          <a:prstGeom prst="rect">
            <a:avLst/>
          </a:prstGeom>
        </p:spPr>
      </p:sp>
      <p:sp>
        <p:nvSpPr>
          <p:cNvPr id="218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6000">
              <a:lnSpc>
                <a:spcPct val="100000"/>
              </a:lnSpc>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6000">
              <a:lnSpc>
                <a:spcPct val="100000"/>
              </a:lnSpc>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6000">
              <a:lnSpc>
                <a:spcPct val="100000"/>
              </a:lnSpc>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6000">
              <a:lnSpc>
                <a:spcPct val="100000"/>
              </a:lnSpc>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6000">
              <a:lnSpc>
                <a:spcPct val="100000"/>
              </a:lnSpc>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15E6B2E-6641-4E1A-A256-5FB791F5FF4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5680" cy="3085560"/>
          </a:xfrm>
          <a:prstGeom prst="rect">
            <a:avLst/>
          </a:prstGeom>
        </p:spPr>
      </p:sp>
      <p:sp>
        <p:nvSpPr>
          <p:cNvPr id="218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6000">
              <a:lnSpc>
                <a:spcPct val="100000"/>
              </a:lnSpc>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6000">
              <a:lnSpc>
                <a:spcPct val="100000"/>
              </a:lnSpc>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6000">
              <a:lnSpc>
                <a:spcPct val="100000"/>
              </a:lnSpc>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6000">
              <a:lnSpc>
                <a:spcPct val="100000"/>
              </a:lnSpc>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6000">
              <a:lnSpc>
                <a:spcPct val="100000"/>
              </a:lnSpc>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2047EBA-410C-48E2-9346-272C0C4504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5680" cy="3085560"/>
          </a:xfrm>
          <a:prstGeom prst="rect">
            <a:avLst/>
          </a:prstGeom>
        </p:spPr>
      </p:sp>
      <p:sp>
        <p:nvSpPr>
          <p:cNvPr id="218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6000">
              <a:lnSpc>
                <a:spcPct val="100000"/>
              </a:lnSpc>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6000">
              <a:lnSpc>
                <a:spcPct val="100000"/>
              </a:lnSpc>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6000">
              <a:lnSpc>
                <a:spcPct val="100000"/>
              </a:lnSpc>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6000">
              <a:lnSpc>
                <a:spcPct val="100000"/>
              </a:lnSpc>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6000">
              <a:lnSpc>
                <a:spcPct val="100000"/>
              </a:lnSpc>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564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6CA9EDB-014B-41E8-9890-19EFD482797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5680" cy="3085560"/>
          </a:xfrm>
          <a:prstGeom prst="rect">
            <a:avLst/>
          </a:prstGeom>
        </p:spPr>
      </p:sp>
      <p:sp>
        <p:nvSpPr>
          <p:cNvPr id="218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6000">
              <a:lnSpc>
                <a:spcPct val="100000"/>
              </a:lnSpc>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6000">
              <a:lnSpc>
                <a:spcPct val="100000"/>
              </a:lnSpc>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6000">
              <a:lnSpc>
                <a:spcPct val="100000"/>
              </a:lnSpc>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6000">
              <a:lnSpc>
                <a:spcPct val="100000"/>
              </a:lnSpc>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6000">
              <a:lnSpc>
                <a:spcPct val="100000"/>
              </a:lnSpc>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6A0AB0-28FF-4EFF-B662-4FCEFD25BC9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5680" cy="3085560"/>
          </a:xfrm>
          <a:prstGeom prst="rect">
            <a:avLst/>
          </a:prstGeom>
        </p:spPr>
      </p:sp>
      <p:sp>
        <p:nvSpPr>
          <p:cNvPr id="219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6000">
              <a:lnSpc>
                <a:spcPct val="100000"/>
              </a:lnSpc>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6000">
              <a:lnSpc>
                <a:spcPct val="100000"/>
              </a:lnSpc>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6000">
              <a:lnSpc>
                <a:spcPct val="100000"/>
              </a:lnSpc>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6000">
              <a:lnSpc>
                <a:spcPct val="100000"/>
              </a:lnSpc>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6000">
              <a:lnSpc>
                <a:spcPct val="100000"/>
              </a:lnSpc>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6000">
              <a:lnSpc>
                <a:spcPct val="100000"/>
              </a:lnSpc>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564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666A557-55CC-4A5E-9C0A-977E250F11C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5680" cy="3085560"/>
          </a:xfrm>
          <a:prstGeom prst="rect">
            <a:avLst/>
          </a:prstGeom>
        </p:spPr>
      </p:sp>
      <p:sp>
        <p:nvSpPr>
          <p:cNvPr id="219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6000">
              <a:lnSpc>
                <a:spcPct val="100000"/>
              </a:lnSpc>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6000">
              <a:lnSpc>
                <a:spcPct val="100000"/>
              </a:lnSpc>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6000">
              <a:lnSpc>
                <a:spcPct val="100000"/>
              </a:lnSpc>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6000">
              <a:lnSpc>
                <a:spcPct val="100000"/>
              </a:lnSpc>
            </a:pPr>
            <a:r>
              <a:rPr b="0" lang="en-US" sz="2000" spc="-1" strike="noStrike">
                <a:latin typeface="Arial"/>
              </a:rPr>
              <a:t>- ¿Qué coste adicional tiene ahora un INSERT en dbo.Pedido? ¿Cómo lo medirías?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6000">
              <a:lnSpc>
                <a:spcPct val="100000"/>
              </a:lnSpc>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6000">
              <a:lnSpc>
                <a:spcPct val="100000"/>
              </a:lnSpc>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6000">
              <a:lnSpc>
                <a:spcPct val="100000"/>
              </a:lnSpc>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6000">
              <a:lnSpc>
                <a:spcPct val="100000"/>
              </a:lnSpc>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6000">
              <a:lnSpc>
                <a:spcPct val="100000"/>
              </a:lnSpc>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6000">
              <a:lnSpc>
                <a:spcPct val="100000"/>
              </a:lnSpc>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6000">
              <a:lnSpc>
                <a:spcPct val="100000"/>
              </a:lnSpc>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6000">
              <a:lnSpc>
                <a:spcPct val="100000"/>
              </a:lnSpc>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6000">
              <a:lnSpc>
                <a:spcPct val="100000"/>
              </a:lnSpc>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0AE6B0-A5D7-4620-928D-233D19548BE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5680" cy="3085560"/>
          </a:xfrm>
          <a:prstGeom prst="rect">
            <a:avLst/>
          </a:prstGeom>
        </p:spPr>
      </p:sp>
      <p:sp>
        <p:nvSpPr>
          <p:cNvPr id="219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6000">
              <a:lnSpc>
                <a:spcPct val="100000"/>
              </a:lnSpc>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6000">
              <a:lnSpc>
                <a:spcPct val="100000"/>
              </a:lnSpc>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6000">
              <a:lnSpc>
                <a:spcPct val="100000"/>
              </a:lnSpc>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6000">
              <a:lnSpc>
                <a:spcPct val="100000"/>
              </a:lnSpc>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6000">
              <a:lnSpc>
                <a:spcPct val="100000"/>
              </a:lnSpc>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6000">
              <a:lnSpc>
                <a:spcPct val="100000"/>
              </a:lnSpc>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6000">
              <a:lnSpc>
                <a:spcPct val="100000"/>
              </a:lnSpc>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6000">
              <a:lnSpc>
                <a:spcPct val="100000"/>
              </a:lnSpc>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6000">
              <a:lnSpc>
                <a:spcPct val="100000"/>
              </a:lnSpc>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6000">
              <a:lnSpc>
                <a:spcPct val="100000"/>
              </a:lnSpc>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894180B-45CE-4D6D-AF70-FBD027955E5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5680" cy="3085560"/>
          </a:xfrm>
          <a:prstGeom prst="rect">
            <a:avLst/>
          </a:prstGeom>
        </p:spPr>
      </p:sp>
      <p:sp>
        <p:nvSpPr>
          <p:cNvPr id="220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6000">
              <a:lnSpc>
                <a:spcPct val="100000"/>
              </a:lnSpc>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6000">
              <a:lnSpc>
                <a:spcPct val="100000"/>
              </a:lnSpc>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6000">
              <a:lnSpc>
                <a:spcPct val="100000"/>
              </a:lnSpc>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6000">
              <a:lnSpc>
                <a:spcPct val="100000"/>
              </a:lnSpc>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6000">
              <a:lnSpc>
                <a:spcPct val="100000"/>
              </a:lnSpc>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6000">
              <a:lnSpc>
                <a:spcPct val="100000"/>
              </a:lnSpc>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6000">
              <a:lnSpc>
                <a:spcPct val="100000"/>
              </a:lnSpc>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6000">
              <a:lnSpc>
                <a:spcPct val="100000"/>
              </a:lnSpc>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6000">
              <a:lnSpc>
                <a:spcPct val="100000"/>
              </a:lnSpc>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6000">
              <a:lnSpc>
                <a:spcPct val="100000"/>
              </a:lnSpc>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364057E-284A-4377-87BA-64BBB34F00A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5680" cy="3085560"/>
          </a:xfrm>
          <a:prstGeom prst="rect">
            <a:avLst/>
          </a:prstGeom>
        </p:spPr>
      </p:sp>
      <p:sp>
        <p:nvSpPr>
          <p:cNvPr id="220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6000">
              <a:lnSpc>
                <a:spcPct val="100000"/>
              </a:lnSpc>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6000">
              <a:lnSpc>
                <a:spcPct val="100000"/>
              </a:lnSpc>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6000">
              <a:lnSpc>
                <a:spcPct val="100000"/>
              </a:lnSpc>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6000">
              <a:lnSpc>
                <a:spcPct val="100000"/>
              </a:lnSpc>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6000">
              <a:lnSpc>
                <a:spcPct val="100000"/>
              </a:lnSpc>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6030A49-4534-44AE-A0A9-B16D56E4D91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5680" cy="3085560"/>
          </a:xfrm>
          <a:prstGeom prst="rect">
            <a:avLst/>
          </a:prstGeom>
        </p:spPr>
      </p:sp>
      <p:sp>
        <p:nvSpPr>
          <p:cNvPr id="220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6000">
              <a:lnSpc>
                <a:spcPct val="100000"/>
              </a:lnSpc>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6000">
              <a:lnSpc>
                <a:spcPct val="100000"/>
              </a:lnSpc>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6000">
              <a:lnSpc>
                <a:spcPct val="100000"/>
              </a:lnSpc>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6000">
              <a:lnSpc>
                <a:spcPct val="100000"/>
              </a:lnSpc>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564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60AFB83-905D-4E32-83FC-9DBFE3C9DB8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5680" cy="3085560"/>
          </a:xfrm>
          <a:prstGeom prst="rect">
            <a:avLst/>
          </a:prstGeom>
        </p:spPr>
      </p:sp>
      <p:sp>
        <p:nvSpPr>
          <p:cNvPr id="221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6000">
              <a:lnSpc>
                <a:spcPct val="100000"/>
              </a:lnSpc>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6000">
              <a:lnSpc>
                <a:spcPct val="100000"/>
              </a:lnSpc>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6000">
              <a:lnSpc>
                <a:spcPct val="100000"/>
              </a:lnSpc>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6000">
              <a:lnSpc>
                <a:spcPct val="100000"/>
              </a:lnSpc>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6000">
              <a:lnSpc>
                <a:spcPct val="100000"/>
              </a:lnSpc>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6000">
              <a:lnSpc>
                <a:spcPct val="100000"/>
              </a:lnSpc>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564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5785A08-7E6A-46C9-A5D6-B8083D0D9A6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5680" cy="3085560"/>
          </a:xfrm>
          <a:prstGeom prst="rect">
            <a:avLst/>
          </a:prstGeom>
        </p:spPr>
      </p:sp>
      <p:sp>
        <p:nvSpPr>
          <p:cNvPr id="221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6000">
              <a:lnSpc>
                <a:spcPct val="100000"/>
              </a:lnSpc>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6000">
              <a:lnSpc>
                <a:spcPct val="100000"/>
              </a:lnSpc>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6000">
              <a:lnSpc>
                <a:spcPct val="100000"/>
              </a:lnSpc>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6000">
              <a:lnSpc>
                <a:spcPct val="100000"/>
              </a:lnSpc>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6000">
              <a:lnSpc>
                <a:spcPct val="100000"/>
              </a:lnSpc>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6000">
              <a:lnSpc>
                <a:spcPct val="100000"/>
              </a:lnSpc>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564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D79133-D07D-4D2B-8B66-E2320945675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5680" cy="3085560"/>
          </a:xfrm>
          <a:prstGeom prst="rect">
            <a:avLst/>
          </a:prstGeom>
        </p:spPr>
      </p:sp>
      <p:sp>
        <p:nvSpPr>
          <p:cNvPr id="221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6000">
              <a:lnSpc>
                <a:spcPct val="100000"/>
              </a:lnSpc>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6000">
              <a:lnSpc>
                <a:spcPct val="100000"/>
              </a:lnSpc>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6000">
              <a:lnSpc>
                <a:spcPct val="100000"/>
              </a:lnSpc>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6000">
              <a:lnSpc>
                <a:spcPct val="100000"/>
              </a:lnSpc>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6000">
              <a:lnSpc>
                <a:spcPct val="100000"/>
              </a:lnSpc>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6000">
              <a:lnSpc>
                <a:spcPct val="100000"/>
              </a:lnSpc>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6000">
              <a:lnSpc>
                <a:spcPct val="100000"/>
              </a:lnSpc>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564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50041EB-1836-412B-90C3-BF3CB0D80F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5680" cy="3085560"/>
          </a:xfrm>
          <a:prstGeom prst="rect">
            <a:avLst/>
          </a:prstGeom>
        </p:spPr>
      </p:sp>
      <p:sp>
        <p:nvSpPr>
          <p:cNvPr id="221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6000">
              <a:lnSpc>
                <a:spcPct val="100000"/>
              </a:lnSpc>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6000">
              <a:lnSpc>
                <a:spcPct val="100000"/>
              </a:lnSpc>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6000">
              <a:lnSpc>
                <a:spcPct val="100000"/>
              </a:lnSpc>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6000">
              <a:lnSpc>
                <a:spcPct val="100000"/>
              </a:lnSpc>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6000">
              <a:lnSpc>
                <a:spcPct val="100000"/>
              </a:lnSpc>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6000">
              <a:lnSpc>
                <a:spcPct val="100000"/>
              </a:lnSpc>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E3A0E56-F0DA-40A3-921A-12699C7A144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5680" cy="3085560"/>
          </a:xfrm>
          <a:prstGeom prst="rect">
            <a:avLst/>
          </a:prstGeom>
        </p:spPr>
      </p:sp>
      <p:sp>
        <p:nvSpPr>
          <p:cNvPr id="222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6000">
              <a:lnSpc>
                <a:spcPct val="100000"/>
              </a:lnSpc>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6000">
              <a:lnSpc>
                <a:spcPct val="100000"/>
              </a:lnSpc>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6000">
              <a:lnSpc>
                <a:spcPct val="100000"/>
              </a:lnSpc>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6000">
              <a:lnSpc>
                <a:spcPct val="100000"/>
              </a:lnSpc>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6000">
              <a:lnSpc>
                <a:spcPct val="100000"/>
              </a:lnSpc>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6000">
              <a:lnSpc>
                <a:spcPct val="100000"/>
              </a:lnSpc>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6000">
              <a:lnSpc>
                <a:spcPct val="100000"/>
              </a:lnSpc>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79BD3B1-CA29-4373-9712-7312BE8FB45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5680" cy="3085560"/>
          </a:xfrm>
          <a:prstGeom prst="rect">
            <a:avLst/>
          </a:prstGeom>
        </p:spPr>
      </p:sp>
      <p:sp>
        <p:nvSpPr>
          <p:cNvPr id="222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6000">
              <a:lnSpc>
                <a:spcPct val="100000"/>
              </a:lnSpc>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6000">
              <a:lnSpc>
                <a:spcPct val="100000"/>
              </a:lnSpc>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6000">
              <a:lnSpc>
                <a:spcPct val="100000"/>
              </a:lnSpc>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6000">
              <a:lnSpc>
                <a:spcPct val="100000"/>
              </a:lnSpc>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6000">
              <a:lnSpc>
                <a:spcPct val="100000"/>
              </a:lnSpc>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backup WITH CHECKSUM no sustituye a DBCC CHECKDB?</a:t>
            </a:r>
            <a:endParaRPr b="0" lang="es-ES" sz="2000" spc="-1" strike="noStrike">
              <a:latin typeface="Arial"/>
            </a:endParaRPr>
          </a:p>
          <a:p>
            <a:pPr marL="216000" indent="-216000">
              <a:lnSpc>
                <a:spcPct val="100000"/>
              </a:lnSpc>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564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2A45939-9CC2-45EE-B298-4D966B2591F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5680" cy="3085560"/>
          </a:xfrm>
          <a:prstGeom prst="rect">
            <a:avLst/>
          </a:prstGeom>
        </p:spPr>
      </p:sp>
      <p:sp>
        <p:nvSpPr>
          <p:cNvPr id="222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6000">
              <a:lnSpc>
                <a:spcPct val="100000"/>
              </a:lnSpc>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6000">
              <a:lnSpc>
                <a:spcPct val="100000"/>
              </a:lnSpc>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6000">
              <a:lnSpc>
                <a:spcPct val="100000"/>
              </a:lnSpc>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6000">
              <a:lnSpc>
                <a:spcPct val="100000"/>
              </a:lnSpc>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6000">
              <a:lnSpc>
                <a:spcPct val="100000"/>
              </a:lnSpc>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6000">
              <a:lnSpc>
                <a:spcPct val="100000"/>
              </a:lnSpc>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564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54294D8-3567-4974-9D86-710BA978F22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5680" cy="3085560"/>
          </a:xfrm>
          <a:prstGeom prst="rect">
            <a:avLst/>
          </a:prstGeom>
        </p:spPr>
      </p:sp>
      <p:sp>
        <p:nvSpPr>
          <p:cNvPr id="223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6000">
              <a:lnSpc>
                <a:spcPct val="100000"/>
              </a:lnSpc>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6000">
              <a:lnSpc>
                <a:spcPct val="100000"/>
              </a:lnSpc>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6000">
              <a:lnSpc>
                <a:spcPct val="100000"/>
              </a:lnSpc>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6000">
              <a:lnSpc>
                <a:spcPct val="100000"/>
              </a:lnSpc>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6000">
              <a:lnSpc>
                <a:spcPct val="100000"/>
              </a:lnSpc>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6000">
              <a:lnSpc>
                <a:spcPct val="100000"/>
              </a:lnSpc>
            </a:pPr>
            <a:r>
              <a:rPr b="0" lang="en-US" sz="2000" spc="-1" strike="noStrike">
                <a:latin typeface="Arial"/>
              </a:rPr>
              <a:t>- ¿Cómo te enterarías de que un job de backup lleva tres noches sin ejecutarse?</a:t>
            </a:r>
            <a:endParaRPr b="0" lang="es-ES" sz="2000" spc="-1" strike="noStrike">
              <a:latin typeface="Arial"/>
            </a:endParaRPr>
          </a:p>
          <a:p>
            <a:pPr marL="216000" indent="-21564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540EBF7-A5EE-4B05-B9B3-BB4C67C19DE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5680" cy="3085560"/>
          </a:xfrm>
          <a:prstGeom prst="rect">
            <a:avLst/>
          </a:prstGeom>
        </p:spPr>
      </p:sp>
      <p:sp>
        <p:nvSpPr>
          <p:cNvPr id="223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6000">
              <a:lnSpc>
                <a:spcPct val="100000"/>
              </a:lnSpc>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6000">
              <a:lnSpc>
                <a:spcPct val="100000"/>
              </a:lnSpc>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6000">
              <a:lnSpc>
                <a:spcPct val="100000"/>
              </a:lnSpc>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6000">
              <a:lnSpc>
                <a:spcPct val="100000"/>
              </a:lnSpc>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6000">
              <a:lnSpc>
                <a:spcPct val="100000"/>
              </a:lnSpc>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6000">
              <a:lnSpc>
                <a:spcPct val="100000"/>
              </a:lnSpc>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564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1F44720-8C09-4710-A9C8-660520A1DB7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5680" cy="3085560"/>
          </a:xfrm>
          <a:prstGeom prst="rect">
            <a:avLst/>
          </a:prstGeom>
        </p:spPr>
      </p:sp>
      <p:sp>
        <p:nvSpPr>
          <p:cNvPr id="223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6000">
              <a:lnSpc>
                <a:spcPct val="100000"/>
              </a:lnSpc>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6000">
              <a:lnSpc>
                <a:spcPct val="100000"/>
              </a:lnSpc>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6000">
              <a:lnSpc>
                <a:spcPct val="100000"/>
              </a:lnSpc>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6000">
              <a:lnSpc>
                <a:spcPct val="100000"/>
              </a:lnSpc>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6000">
              <a:lnSpc>
                <a:spcPct val="100000"/>
              </a:lnSpc>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6000">
              <a:lnSpc>
                <a:spcPct val="100000"/>
              </a:lnSpc>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EFE5D3-01DF-40E0-BCC4-B68949B910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5680" cy="3085560"/>
          </a:xfrm>
          <a:prstGeom prst="rect">
            <a:avLst/>
          </a:prstGeom>
        </p:spPr>
      </p:sp>
      <p:sp>
        <p:nvSpPr>
          <p:cNvPr id="224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6000">
              <a:lnSpc>
                <a:spcPct val="100000"/>
              </a:lnSpc>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6000">
              <a:lnSpc>
                <a:spcPct val="100000"/>
              </a:lnSpc>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6000">
              <a:lnSpc>
                <a:spcPct val="100000"/>
              </a:lnSpc>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6000">
              <a:lnSpc>
                <a:spcPct val="100000"/>
              </a:lnSpc>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6000">
              <a:lnSpc>
                <a:spcPct val="100000"/>
              </a:lnSpc>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6000">
              <a:lnSpc>
                <a:spcPct val="100000"/>
              </a:lnSpc>
            </a:pPr>
            <a:r>
              <a:rPr b="0" lang="en-US" sz="2000" spc="-1" strike="noStrike">
                <a:latin typeface="Arial"/>
              </a:rPr>
              <a:t>- ¿Qué gana y qué pierde Ventas al activar RCSI? ¿Quién paga el coste?</a:t>
            </a:r>
            <a:endParaRPr b="0" lang="es-ES" sz="2000" spc="-1" strike="noStrike">
              <a:latin typeface="Arial"/>
            </a:endParaRPr>
          </a:p>
          <a:p>
            <a:pPr marL="216000" indent="-21564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16AE872-9B0D-40AC-B82A-0C46D4390B0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5680" cy="3085560"/>
          </a:xfrm>
          <a:prstGeom prst="rect">
            <a:avLst/>
          </a:prstGeom>
        </p:spPr>
      </p:sp>
      <p:sp>
        <p:nvSpPr>
          <p:cNvPr id="224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6000">
              <a:lnSpc>
                <a:spcPct val="100000"/>
              </a:lnSpc>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6000">
              <a:lnSpc>
                <a:spcPct val="100000"/>
              </a:lnSpc>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6000">
              <a:lnSpc>
                <a:spcPct val="100000"/>
              </a:lnSpc>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6000">
              <a:lnSpc>
                <a:spcPct val="100000"/>
              </a:lnSpc>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6000">
              <a:lnSpc>
                <a:spcPct val="100000"/>
              </a:lnSpc>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B49DF96-1A1C-44C9-9C26-E390DE37CB9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5680" cy="3085560"/>
          </a:xfrm>
          <a:prstGeom prst="rect">
            <a:avLst/>
          </a:prstGeom>
        </p:spPr>
      </p:sp>
      <p:sp>
        <p:nvSpPr>
          <p:cNvPr id="224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6000">
              <a:lnSpc>
                <a:spcPct val="100000"/>
              </a:lnSpc>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6000">
              <a:lnSpc>
                <a:spcPct val="100000"/>
              </a:lnSpc>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6000">
              <a:lnSpc>
                <a:spcPct val="100000"/>
              </a:lnSpc>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6000">
              <a:lnSpc>
                <a:spcPct val="100000"/>
              </a:lnSpc>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6000">
              <a:lnSpc>
                <a:spcPct val="100000"/>
              </a:lnSpc>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564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3719D1A-089F-4042-B0E9-771C0FD501B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5680" cy="3085560"/>
          </a:xfrm>
          <a:prstGeom prst="rect">
            <a:avLst/>
          </a:prstGeom>
        </p:spPr>
      </p:sp>
      <p:sp>
        <p:nvSpPr>
          <p:cNvPr id="224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6000">
              <a:lnSpc>
                <a:spcPct val="100000"/>
              </a:lnSpc>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6000">
              <a:lnSpc>
                <a:spcPct val="100000"/>
              </a:lnSpc>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6000">
              <a:lnSpc>
                <a:spcPct val="100000"/>
              </a:lnSpc>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6000">
              <a:lnSpc>
                <a:spcPct val="100000"/>
              </a:lnSpc>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6000">
              <a:lnSpc>
                <a:spcPct val="100000"/>
              </a:lnSpc>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564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A3BBC32-EB4D-440D-A696-2F62577E4DA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5680" cy="3085560"/>
          </a:xfrm>
          <a:prstGeom prst="rect">
            <a:avLst/>
          </a:prstGeom>
        </p:spPr>
      </p:sp>
      <p:sp>
        <p:nvSpPr>
          <p:cNvPr id="225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6000">
              <a:lnSpc>
                <a:spcPct val="100000"/>
              </a:lnSpc>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6000">
              <a:lnSpc>
                <a:spcPct val="100000"/>
              </a:lnSpc>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6000">
              <a:lnSpc>
                <a:spcPct val="100000"/>
              </a:lnSpc>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6000">
              <a:lnSpc>
                <a:spcPct val="100000"/>
              </a:lnSpc>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6000">
              <a:lnSpc>
                <a:spcPct val="100000"/>
              </a:lnSpc>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se lanza BACKUP LOG antes del primer Full? ¿Por qué?</a:t>
            </a:r>
            <a:endParaRPr b="0" lang="es-ES" sz="2000" spc="-1" strike="noStrike">
              <a:latin typeface="Arial"/>
            </a:endParaRPr>
          </a:p>
          <a:p>
            <a:pPr marL="216000" indent="-216000">
              <a:lnSpc>
                <a:spcPct val="100000"/>
              </a:lnSpc>
            </a:pPr>
            <a:r>
              <a:rPr b="0" lang="en-US" sz="2000" spc="-1" strike="noStrike">
                <a:latin typeface="Arial"/>
              </a:rPr>
              <a:t>- ¿Qué contiene el diferencial respecto del log backup anterior?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6000">
              <a:lnSpc>
                <a:spcPct val="100000"/>
              </a:lnSpc>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6000">
              <a:lnSpc>
                <a:spcPct val="100000"/>
              </a:lnSpc>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6000">
              <a:lnSpc>
                <a:spcPct val="100000"/>
              </a:lnSpc>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6000">
              <a:lnSpc>
                <a:spcPct val="100000"/>
              </a:lnSpc>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14CE33B-5D46-481A-82E9-12D54659668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5680" cy="3085560"/>
          </a:xfrm>
          <a:prstGeom prst="rect">
            <a:avLst/>
          </a:prstGeom>
        </p:spPr>
      </p:sp>
      <p:sp>
        <p:nvSpPr>
          <p:cNvPr id="225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6000">
              <a:lnSpc>
                <a:spcPct val="100000"/>
              </a:lnSpc>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6000">
              <a:lnSpc>
                <a:spcPct val="100000"/>
              </a:lnSpc>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6000">
              <a:lnSpc>
                <a:spcPct val="100000"/>
              </a:lnSpc>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6000">
              <a:lnSpc>
                <a:spcPct val="100000"/>
              </a:lnSpc>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hay que hacer el tail-log ANTES de empezar a restaurar?</a:t>
            </a:r>
            <a:endParaRPr b="0" lang="es-ES" sz="2000" spc="-1" strike="noStrike">
              <a:latin typeface="Arial"/>
            </a:endParaRPr>
          </a:p>
          <a:p>
            <a:pPr marL="216000" indent="-216000">
              <a:lnSpc>
                <a:spcPct val="100000"/>
              </a:lnSpc>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6000">
              <a:lnSpc>
                <a:spcPct val="100000"/>
              </a:lnSpc>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6000">
              <a:lnSpc>
                <a:spcPct val="100000"/>
              </a:lnSpc>
            </a:pPr>
            <a:r>
              <a:rPr b="0" lang="en-US" sz="2000" spc="-1" strike="noStrike">
                <a:latin typeface="Arial"/>
              </a:rPr>
              <a:t>- Paso 3: ejecutar el «accidente»: DELETE FROM dbo.Pedido; y comprobar COUNT(*) = 0.</a:t>
            </a:r>
            <a:endParaRPr b="0" lang="es-ES" sz="2000" spc="-1" strike="noStrike">
              <a:latin typeface="Arial"/>
            </a:endParaRPr>
          </a:p>
          <a:p>
            <a:pPr marL="216000" indent="-216000">
              <a:lnSpc>
                <a:spcPct val="100000"/>
              </a:lnSpc>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6000">
              <a:lnSpc>
                <a:spcPct val="100000"/>
              </a:lnSpc>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0C07220-2154-4743-8C98-8753722BC81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5680" cy="3085560"/>
          </a:xfrm>
          <a:prstGeom prst="rect">
            <a:avLst/>
          </a:prstGeom>
        </p:spPr>
      </p:sp>
      <p:sp>
        <p:nvSpPr>
          <p:cNvPr id="225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6000">
              <a:lnSpc>
                <a:spcPct val="100000"/>
              </a:lnSpc>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6000">
              <a:lnSpc>
                <a:spcPct val="100000"/>
              </a:lnSpc>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6000">
              <a:lnSpc>
                <a:spcPct val="100000"/>
              </a:lnSpc>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6000">
              <a:lnSpc>
                <a:spcPct val="100000"/>
              </a:lnSpc>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6000">
              <a:lnSpc>
                <a:spcPct val="100000"/>
              </a:lnSpc>
            </a:pPr>
            <a:r>
              <a:rPr b="0" lang="en-US" sz="2000" spc="-1" strike="noStrike">
                <a:latin typeface="Arial"/>
              </a:rPr>
              <a:t>- Si el COUNT(*) es menor que el baseline, ¿qué hipótesis comprobarías primero?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6000">
              <a:lnSpc>
                <a:spcPct val="100000"/>
              </a:lnSpc>
            </a:pPr>
            <a:r>
              <a:rPr b="0" lang="en-US" sz="2000" spc="-1" strike="noStrike">
                <a:latin typeface="Arial"/>
              </a:rPr>
              <a:t>- Paso 2: RESTORE DATABASE Ventas FROM DISK = Ventas_L4_DIFF.bak WITH NORECOVERY.</a:t>
            </a:r>
            <a:endParaRPr b="0" lang="es-ES" sz="2000" spc="-1" strike="noStrike">
              <a:latin typeface="Arial"/>
            </a:endParaRPr>
          </a:p>
          <a:p>
            <a:pPr marL="216000" indent="-216000">
              <a:lnSpc>
                <a:spcPct val="100000"/>
              </a:lnSpc>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6000">
              <a:lnSpc>
                <a:spcPct val="100000"/>
              </a:lnSpc>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6000">
              <a:lnSpc>
                <a:spcPct val="100000"/>
              </a:lnSpc>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6000">
              <a:lnSpc>
                <a:spcPct val="100000"/>
              </a:lnSpc>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AAA3F83-98A8-419A-B05E-42B2C8FCB99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5680" cy="3085560"/>
          </a:xfrm>
          <a:prstGeom prst="rect">
            <a:avLst/>
          </a:prstGeom>
        </p:spPr>
      </p:sp>
      <p:sp>
        <p:nvSpPr>
          <p:cNvPr id="226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6000">
              <a:lnSpc>
                <a:spcPct val="100000"/>
              </a:lnSpc>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6000">
              <a:lnSpc>
                <a:spcPct val="100000"/>
              </a:lnSpc>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6000">
              <a:lnSpc>
                <a:spcPct val="100000"/>
              </a:lnSpc>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6000">
              <a:lnSpc>
                <a:spcPct val="100000"/>
              </a:lnSpc>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6000">
              <a:lnSpc>
                <a:spcPct val="100000"/>
              </a:lnSpc>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6000">
              <a:lnSpc>
                <a:spcPct val="100000"/>
              </a:lnSpc>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6000">
              <a:lnSpc>
                <a:spcPct val="100000"/>
              </a:lnSpc>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6000">
              <a:lnSpc>
                <a:spcPct val="100000"/>
              </a:lnSpc>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6000">
              <a:lnSpc>
                <a:spcPct val="100000"/>
              </a:lnSpc>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6000">
              <a:lnSpc>
                <a:spcPct val="100000"/>
              </a:lnSpc>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6000">
              <a:lnSpc>
                <a:spcPct val="100000"/>
              </a:lnSpc>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6000">
              <a:lnSpc>
                <a:spcPct val="100000"/>
              </a:lnSpc>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513DD5-B6B2-466A-80B5-5DD5C64507A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5680" cy="3085560"/>
          </a:xfrm>
          <a:prstGeom prst="rect">
            <a:avLst/>
          </a:prstGeom>
        </p:spPr>
      </p:sp>
      <p:sp>
        <p:nvSpPr>
          <p:cNvPr id="226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6000">
              <a:lnSpc>
                <a:spcPct val="100000"/>
              </a:lnSpc>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6000">
              <a:lnSpc>
                <a:spcPct val="100000"/>
              </a:lnSpc>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6000">
              <a:lnSpc>
                <a:spcPct val="100000"/>
              </a:lnSpc>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6000">
              <a:lnSpc>
                <a:spcPct val="100000"/>
              </a:lnSpc>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6000">
              <a:lnSpc>
                <a:spcPct val="100000"/>
              </a:lnSpc>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564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E88A06E-91FA-4740-97AC-076A318CF8F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5680" cy="3085560"/>
          </a:xfrm>
          <a:prstGeom prst="rect">
            <a:avLst/>
          </a:prstGeom>
        </p:spPr>
      </p:sp>
      <p:sp>
        <p:nvSpPr>
          <p:cNvPr id="226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6000">
              <a:lnSpc>
                <a:spcPct val="100000"/>
              </a:lnSpc>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6000">
              <a:lnSpc>
                <a:spcPct val="100000"/>
              </a:lnSpc>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6000">
              <a:lnSpc>
                <a:spcPct val="100000"/>
              </a:lnSpc>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6000">
              <a:lnSpc>
                <a:spcPct val="100000"/>
              </a:lnSpc>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6000">
              <a:lnSpc>
                <a:spcPct val="100000"/>
              </a:lnSpc>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3F74033-F44B-47EF-9DD2-A91F315A898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4160" cy="475416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5440" cy="356544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2400" cy="210240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840" cy="1050840"/>
          </a:xfrm>
          <a:prstGeom prst="rect">
            <a:avLst/>
          </a:prstGeom>
          <a:ln>
            <a:noFill/>
          </a:ln>
        </p:spPr>
      </p:pic>
      <p:sp>
        <p:nvSpPr>
          <p:cNvPr id="48" name="CustomShape 4"/>
          <p:cNvSpPr/>
          <p:nvPr/>
        </p:nvSpPr>
        <p:spPr>
          <a:xfrm>
            <a:off x="7498080" y="1143000"/>
            <a:ext cx="639360" cy="63936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9320" cy="319320"/>
          </a:xfrm>
          <a:prstGeom prst="rect">
            <a:avLst/>
          </a:prstGeom>
          <a:ln>
            <a:noFill/>
          </a:ln>
        </p:spPr>
      </p:pic>
      <p:sp>
        <p:nvSpPr>
          <p:cNvPr id="50" name="CustomShape 5"/>
          <p:cNvSpPr/>
          <p:nvPr/>
        </p:nvSpPr>
        <p:spPr>
          <a:xfrm>
            <a:off x="10972800" y="1417320"/>
            <a:ext cx="639360" cy="63936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9320" cy="319320"/>
          </a:xfrm>
          <a:prstGeom prst="rect">
            <a:avLst/>
          </a:prstGeom>
          <a:ln>
            <a:noFill/>
          </a:ln>
        </p:spPr>
      </p:pic>
      <p:sp>
        <p:nvSpPr>
          <p:cNvPr id="52" name="CustomShape 6"/>
          <p:cNvSpPr/>
          <p:nvPr/>
        </p:nvSpPr>
        <p:spPr>
          <a:xfrm>
            <a:off x="7818120" y="4709160"/>
            <a:ext cx="639360" cy="63936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9320" cy="319320"/>
          </a:xfrm>
          <a:prstGeom prst="rect">
            <a:avLst/>
          </a:prstGeom>
          <a:ln>
            <a:noFill/>
          </a:ln>
        </p:spPr>
      </p:pic>
      <p:sp>
        <p:nvSpPr>
          <p:cNvPr id="54" name="CustomShape 7"/>
          <p:cNvSpPr/>
          <p:nvPr/>
        </p:nvSpPr>
        <p:spPr>
          <a:xfrm>
            <a:off x="10835640" y="4617720"/>
            <a:ext cx="639360" cy="63936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9320" cy="319320"/>
          </a:xfrm>
          <a:prstGeom prst="rect">
            <a:avLst/>
          </a:prstGeom>
          <a:ln>
            <a:noFill/>
          </a:ln>
        </p:spPr>
      </p:pic>
      <p:sp>
        <p:nvSpPr>
          <p:cNvPr id="56" name="CustomShape 8"/>
          <p:cNvSpPr/>
          <p:nvPr/>
        </p:nvSpPr>
        <p:spPr>
          <a:xfrm>
            <a:off x="731520" y="1463040"/>
            <a:ext cx="292536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400080" cy="2010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7200" cy="91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5440" cy="173664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9360" cy="255960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920" cy="54792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3600" cy="273600"/>
          </a:xfrm>
          <a:prstGeom prst="rect">
            <a:avLst/>
          </a:prstGeom>
          <a:ln>
            <a:noFill/>
          </a:ln>
        </p:spPr>
      </p:pic>
      <p:sp>
        <p:nvSpPr>
          <p:cNvPr id="83" name="CustomShape 22"/>
          <p:cNvSpPr/>
          <p:nvPr/>
        </p:nvSpPr>
        <p:spPr>
          <a:xfrm>
            <a:off x="14630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9360" cy="255960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920" cy="54792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3600" cy="273600"/>
          </a:xfrm>
          <a:prstGeom prst="rect">
            <a:avLst/>
          </a:prstGeom>
          <a:ln>
            <a:noFill/>
          </a:ln>
        </p:spPr>
      </p:pic>
      <p:sp>
        <p:nvSpPr>
          <p:cNvPr id="88" name="CustomShape 26"/>
          <p:cNvSpPr/>
          <p:nvPr/>
        </p:nvSpPr>
        <p:spPr>
          <a:xfrm>
            <a:off x="71474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3600" cy="273600"/>
          </a:xfrm>
          <a:prstGeom prst="rect">
            <a:avLst/>
          </a:prstGeom>
          <a:ln>
            <a:noFill/>
          </a:ln>
        </p:spPr>
      </p:pic>
      <p:sp>
        <p:nvSpPr>
          <p:cNvPr id="9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3600" cy="273600"/>
          </a:xfrm>
          <a:prstGeom prst="rect">
            <a:avLst/>
          </a:prstGeom>
          <a:ln>
            <a:noFill/>
          </a:ln>
        </p:spPr>
      </p:pic>
      <p:sp>
        <p:nvSpPr>
          <p:cNvPr id="10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3600" cy="273600"/>
          </a:xfrm>
          <a:prstGeom prst="rect">
            <a:avLst/>
          </a:prstGeom>
          <a:ln>
            <a:noFill/>
          </a:ln>
        </p:spPr>
      </p:pic>
      <p:sp>
        <p:nvSpPr>
          <p:cNvPr id="10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760" cy="91368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6480" cy="45648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880" cy="227880"/>
          </a:xfrm>
          <a:prstGeom prst="rect">
            <a:avLst/>
          </a:prstGeom>
          <a:ln>
            <a:noFill/>
          </a:ln>
        </p:spPr>
      </p:pic>
      <p:sp>
        <p:nvSpPr>
          <p:cNvPr id="112" name="CustomShape 19"/>
          <p:cNvSpPr/>
          <p:nvPr/>
        </p:nvSpPr>
        <p:spPr>
          <a:xfrm>
            <a:off x="1371600" y="457200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760" cy="91368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880" cy="227880"/>
          </a:xfrm>
          <a:prstGeom prst="rect">
            <a:avLst/>
          </a:prstGeom>
          <a:ln>
            <a:noFill/>
          </a:ln>
        </p:spPr>
      </p:pic>
      <p:sp>
        <p:nvSpPr>
          <p:cNvPr id="116" name="CustomShape 22"/>
          <p:cNvSpPr/>
          <p:nvPr/>
        </p:nvSpPr>
        <p:spPr>
          <a:xfrm>
            <a:off x="1371600" y="521208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9360" cy="63936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9320" cy="319320"/>
          </a:xfrm>
          <a:prstGeom prst="rect">
            <a:avLst/>
          </a:prstGeom>
          <a:ln>
            <a:noFill/>
          </a:ln>
        </p:spPr>
      </p:pic>
      <p:sp>
        <p:nvSpPr>
          <p:cNvPr id="124" name="CustomShape 7"/>
          <p:cNvSpPr/>
          <p:nvPr/>
        </p:nvSpPr>
        <p:spPr>
          <a:xfrm>
            <a:off x="1645920" y="16916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9360" cy="63936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9320" cy="319320"/>
          </a:xfrm>
          <a:prstGeom prst="rect">
            <a:avLst/>
          </a:prstGeom>
          <a:ln>
            <a:noFill/>
          </a:ln>
        </p:spPr>
      </p:pic>
      <p:sp>
        <p:nvSpPr>
          <p:cNvPr id="128" name="CustomShape 10"/>
          <p:cNvSpPr/>
          <p:nvPr/>
        </p:nvSpPr>
        <p:spPr>
          <a:xfrm>
            <a:off x="1645920" y="32918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9360" cy="63936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9320" cy="319320"/>
          </a:xfrm>
          <a:prstGeom prst="rect">
            <a:avLst/>
          </a:prstGeom>
          <a:ln>
            <a:noFill/>
          </a:ln>
        </p:spPr>
      </p:pic>
      <p:sp>
        <p:nvSpPr>
          <p:cNvPr id="132" name="CustomShape 13"/>
          <p:cNvSpPr/>
          <p:nvPr/>
        </p:nvSpPr>
        <p:spPr>
          <a:xfrm>
            <a:off x="1645920" y="48920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30160" cy="310824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4400" cy="2651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30160" cy="118800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6480" cy="45648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880" cy="227880"/>
          </a:xfrm>
          <a:prstGeom prst="rect">
            <a:avLst/>
          </a:prstGeom>
          <a:ln>
            <a:noFill/>
          </a:ln>
        </p:spPr>
      </p:pic>
      <p:sp>
        <p:nvSpPr>
          <p:cNvPr id="139" name="CustomShape 19"/>
          <p:cNvSpPr/>
          <p:nvPr/>
        </p:nvSpPr>
        <p:spPr>
          <a:xfrm>
            <a:off x="7132320" y="4983480"/>
            <a:ext cx="432432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880" cy="227880"/>
          </a:xfrm>
          <a:prstGeom prst="rect">
            <a:avLst/>
          </a:prstGeom>
          <a:ln>
            <a:noFill/>
          </a:ln>
        </p:spPr>
      </p:pic>
      <p:sp>
        <p:nvSpPr>
          <p:cNvPr id="147"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880" cy="227880"/>
          </a:xfrm>
          <a:prstGeom prst="rect">
            <a:avLst/>
          </a:prstGeom>
          <a:ln>
            <a:noFill/>
          </a:ln>
        </p:spPr>
      </p:pic>
      <p:sp>
        <p:nvSpPr>
          <p:cNvPr id="151"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880" cy="227880"/>
          </a:xfrm>
          <a:prstGeom prst="rect">
            <a:avLst/>
          </a:prstGeom>
          <a:ln>
            <a:noFill/>
          </a:ln>
        </p:spPr>
      </p:pic>
      <p:sp>
        <p:nvSpPr>
          <p:cNvPr id="155"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880" cy="227880"/>
          </a:xfrm>
          <a:prstGeom prst="rect">
            <a:avLst/>
          </a:prstGeom>
          <a:ln>
            <a:noFill/>
          </a:ln>
        </p:spPr>
      </p:pic>
      <p:sp>
        <p:nvSpPr>
          <p:cNvPr id="159"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880" cy="227880"/>
          </a:xfrm>
          <a:prstGeom prst="rect">
            <a:avLst/>
          </a:prstGeom>
          <a:ln>
            <a:noFill/>
          </a:ln>
        </p:spPr>
      </p:pic>
      <p:sp>
        <p:nvSpPr>
          <p:cNvPr id="163"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880" cy="227880"/>
          </a:xfrm>
          <a:prstGeom prst="rect">
            <a:avLst/>
          </a:prstGeom>
          <a:ln>
            <a:noFill/>
          </a:ln>
        </p:spPr>
      </p:pic>
      <p:sp>
        <p:nvSpPr>
          <p:cNvPr id="167"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6640" cy="310824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760" cy="109656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6480" cy="45648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880" cy="227880"/>
          </a:xfrm>
          <a:prstGeom prst="rect">
            <a:avLst/>
          </a:prstGeom>
          <a:ln>
            <a:noFill/>
          </a:ln>
        </p:spPr>
      </p:pic>
      <p:sp>
        <p:nvSpPr>
          <p:cNvPr id="198" name="CustomShape 2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800" cy="41076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920" cy="18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800" cy="77652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800" cy="77652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6560" cy="227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3680" cy="86796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3680" cy="86796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920" cy="54792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3600" cy="273600"/>
          </a:xfrm>
          <a:prstGeom prst="rect">
            <a:avLst/>
          </a:prstGeom>
          <a:ln>
            <a:noFill/>
          </a:ln>
        </p:spPr>
      </p:pic>
      <p:sp>
        <p:nvSpPr>
          <p:cNvPr id="239" name="CustomShape 40"/>
          <p:cNvSpPr/>
          <p:nvPr/>
        </p:nvSpPr>
        <p:spPr>
          <a:xfrm>
            <a:off x="8869680" y="182880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920" cy="54792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3600" cy="273600"/>
          </a:xfrm>
          <a:prstGeom prst="rect">
            <a:avLst/>
          </a:prstGeom>
          <a:ln>
            <a:noFill/>
          </a:ln>
        </p:spPr>
      </p:pic>
      <p:sp>
        <p:nvSpPr>
          <p:cNvPr id="244" name="CustomShape 44"/>
          <p:cNvSpPr/>
          <p:nvPr/>
        </p:nvSpPr>
        <p:spPr>
          <a:xfrm>
            <a:off x="8869680" y="420624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2200" cy="50220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2200" cy="50220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2200" cy="50220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2200" cy="50220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880" cy="227880"/>
          </a:xfrm>
          <a:prstGeom prst="rect">
            <a:avLst/>
          </a:prstGeom>
          <a:ln>
            <a:noFill/>
          </a:ln>
        </p:spPr>
      </p:pic>
      <p:sp>
        <p:nvSpPr>
          <p:cNvPr id="282" name="CustomShape 36"/>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3600" cy="273600"/>
          </a:xfrm>
          <a:prstGeom prst="rect">
            <a:avLst/>
          </a:prstGeom>
          <a:ln>
            <a:noFill/>
          </a:ln>
        </p:spPr>
      </p:pic>
      <p:sp>
        <p:nvSpPr>
          <p:cNvPr id="290"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3600" cy="273600"/>
          </a:xfrm>
          <a:prstGeom prst="rect">
            <a:avLst/>
          </a:prstGeom>
          <a:ln>
            <a:noFill/>
          </a:ln>
        </p:spPr>
      </p:pic>
      <p:sp>
        <p:nvSpPr>
          <p:cNvPr id="295"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3600" cy="273600"/>
          </a:xfrm>
          <a:prstGeom prst="rect">
            <a:avLst/>
          </a:prstGeom>
          <a:ln>
            <a:noFill/>
          </a:ln>
        </p:spPr>
      </p:pic>
      <p:sp>
        <p:nvSpPr>
          <p:cNvPr id="300"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4400" cy="146232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8640" cy="1005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1440" cy="146232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6480" cy="45648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880" cy="227880"/>
          </a:xfrm>
          <a:prstGeom prst="rect">
            <a:avLst/>
          </a:prstGeom>
          <a:ln>
            <a:noFill/>
          </a:ln>
        </p:spPr>
      </p:pic>
      <p:sp>
        <p:nvSpPr>
          <p:cNvPr id="308" name="CustomShape 22"/>
          <p:cNvSpPr/>
          <p:nvPr/>
        </p:nvSpPr>
        <p:spPr>
          <a:xfrm>
            <a:off x="8321040" y="4709160"/>
            <a:ext cx="3135600" cy="1462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80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800" cy="50220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800" cy="150804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800" cy="82224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800" cy="82224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80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760" cy="54792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9040" cy="105084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720" cy="227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9040" cy="86796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72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3600" cy="273600"/>
          </a:xfrm>
          <a:prstGeom prst="rect">
            <a:avLst/>
          </a:prstGeom>
          <a:ln>
            <a:noFill/>
          </a:ln>
        </p:spPr>
      </p:pic>
      <p:sp>
        <p:nvSpPr>
          <p:cNvPr id="352"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3600" cy="273600"/>
          </a:xfrm>
          <a:prstGeom prst="rect">
            <a:avLst/>
          </a:prstGeom>
          <a:ln>
            <a:noFill/>
          </a:ln>
        </p:spPr>
      </p:pic>
      <p:sp>
        <p:nvSpPr>
          <p:cNvPr id="357"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3600" cy="273600"/>
          </a:xfrm>
          <a:prstGeom prst="rect">
            <a:avLst/>
          </a:prstGeom>
          <a:ln>
            <a:noFill/>
          </a:ln>
        </p:spPr>
      </p:pic>
      <p:sp>
        <p:nvSpPr>
          <p:cNvPr id="362"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9360" cy="164520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6480" cy="45648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880" cy="227880"/>
          </a:xfrm>
          <a:prstGeom prst="rect">
            <a:avLst/>
          </a:prstGeom>
          <a:ln>
            <a:noFill/>
          </a:ln>
        </p:spPr>
      </p:pic>
      <p:sp>
        <p:nvSpPr>
          <p:cNvPr id="367" name="CustomShape 19"/>
          <p:cNvSpPr/>
          <p:nvPr/>
        </p:nvSpPr>
        <p:spPr>
          <a:xfrm>
            <a:off x="13716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9360" cy="164520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6480" cy="45648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880" cy="227880"/>
          </a:xfrm>
          <a:prstGeom prst="rect">
            <a:avLst/>
          </a:prstGeom>
          <a:ln>
            <a:noFill/>
          </a:ln>
        </p:spPr>
      </p:pic>
      <p:sp>
        <p:nvSpPr>
          <p:cNvPr id="371" name="CustomShape 22"/>
          <p:cNvSpPr/>
          <p:nvPr/>
        </p:nvSpPr>
        <p:spPr>
          <a:xfrm>
            <a:off x="70560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2200" cy="50220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2200" cy="50220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2200" cy="50220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72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96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7120" cy="164520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6480" cy="45648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880" cy="227880"/>
          </a:xfrm>
          <a:prstGeom prst="rect">
            <a:avLst/>
          </a:prstGeom>
          <a:ln>
            <a:noFill/>
          </a:ln>
        </p:spPr>
      </p:pic>
      <p:sp>
        <p:nvSpPr>
          <p:cNvPr id="405" name="CustomShape 33"/>
          <p:cNvSpPr/>
          <p:nvPr/>
        </p:nvSpPr>
        <p:spPr>
          <a:xfrm>
            <a:off x="8595360" y="4526280"/>
            <a:ext cx="286128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3600" cy="273600"/>
          </a:xfrm>
          <a:prstGeom prst="rect">
            <a:avLst/>
          </a:prstGeom>
          <a:ln>
            <a:noFill/>
          </a:ln>
        </p:spPr>
      </p:pic>
      <p:sp>
        <p:nvSpPr>
          <p:cNvPr id="413"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3600" cy="273600"/>
          </a:xfrm>
          <a:prstGeom prst="rect">
            <a:avLst/>
          </a:prstGeom>
          <a:ln>
            <a:noFill/>
          </a:ln>
        </p:spPr>
      </p:pic>
      <p:sp>
        <p:nvSpPr>
          <p:cNvPr id="418"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960" cy="210240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7200" cy="1645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880" cy="210240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6480" cy="45648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880" cy="227880"/>
          </a:xfrm>
          <a:prstGeom prst="rect">
            <a:avLst/>
          </a:prstGeom>
          <a:ln>
            <a:noFill/>
          </a:ln>
        </p:spPr>
      </p:pic>
      <p:sp>
        <p:nvSpPr>
          <p:cNvPr id="426" name="CustomShape 18"/>
          <p:cNvSpPr/>
          <p:nvPr/>
        </p:nvSpPr>
        <p:spPr>
          <a:xfrm>
            <a:off x="8229600" y="4069080"/>
            <a:ext cx="322704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3600" cy="273600"/>
          </a:xfrm>
          <a:prstGeom prst="rect">
            <a:avLst/>
          </a:prstGeom>
          <a:ln>
            <a:noFill/>
          </a:ln>
        </p:spPr>
      </p:pic>
      <p:sp>
        <p:nvSpPr>
          <p:cNvPr id="434"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3600" cy="273600"/>
          </a:xfrm>
          <a:prstGeom prst="rect">
            <a:avLst/>
          </a:prstGeom>
          <a:ln>
            <a:noFill/>
          </a:ln>
        </p:spPr>
      </p:pic>
      <p:sp>
        <p:nvSpPr>
          <p:cNvPr id="439"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3600" cy="273600"/>
          </a:xfrm>
          <a:prstGeom prst="rect">
            <a:avLst/>
          </a:prstGeom>
          <a:ln>
            <a:noFill/>
          </a:ln>
        </p:spPr>
      </p:pic>
      <p:sp>
        <p:nvSpPr>
          <p:cNvPr id="444"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3600" cy="273600"/>
          </a:xfrm>
          <a:prstGeom prst="rect">
            <a:avLst/>
          </a:prstGeom>
          <a:ln>
            <a:noFill/>
          </a:ln>
        </p:spPr>
      </p:pic>
      <p:sp>
        <p:nvSpPr>
          <p:cNvPr id="449"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3600" cy="273600"/>
          </a:xfrm>
          <a:prstGeom prst="rect">
            <a:avLst/>
          </a:prstGeom>
          <a:ln>
            <a:noFill/>
          </a:ln>
        </p:spPr>
      </p:pic>
      <p:sp>
        <p:nvSpPr>
          <p:cNvPr id="454"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4680" cy="214812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920" cy="54792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3600" cy="273600"/>
          </a:xfrm>
          <a:prstGeom prst="rect">
            <a:avLst/>
          </a:prstGeom>
          <a:ln>
            <a:noFill/>
          </a:ln>
        </p:spPr>
      </p:pic>
      <p:sp>
        <p:nvSpPr>
          <p:cNvPr id="459"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880" cy="227880"/>
          </a:xfrm>
          <a:prstGeom prst="rect">
            <a:avLst/>
          </a:prstGeom>
          <a:ln>
            <a:noFill/>
          </a:ln>
        </p:spPr>
      </p:pic>
      <p:sp>
        <p:nvSpPr>
          <p:cNvPr id="469" name="CustomShape 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936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3600" cy="273600"/>
          </a:xfrm>
          <a:prstGeom prst="rect">
            <a:avLst/>
          </a:prstGeom>
          <a:ln>
            <a:noFill/>
          </a:ln>
        </p:spPr>
      </p:pic>
      <p:sp>
        <p:nvSpPr>
          <p:cNvPr id="477"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9360" cy="265104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3600" cy="273600"/>
          </a:xfrm>
          <a:prstGeom prst="rect">
            <a:avLst/>
          </a:prstGeom>
          <a:ln>
            <a:noFill/>
          </a:ln>
        </p:spPr>
      </p:pic>
      <p:sp>
        <p:nvSpPr>
          <p:cNvPr id="482"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4680" cy="164520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3600" cy="273600"/>
          </a:xfrm>
          <a:prstGeom prst="rect">
            <a:avLst/>
          </a:prstGeom>
          <a:ln>
            <a:noFill/>
          </a:ln>
        </p:spPr>
      </p:pic>
      <p:sp>
        <p:nvSpPr>
          <p:cNvPr id="500"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3600" cy="273600"/>
          </a:xfrm>
          <a:prstGeom prst="rect">
            <a:avLst/>
          </a:prstGeom>
          <a:ln>
            <a:noFill/>
          </a:ln>
        </p:spPr>
      </p:pic>
      <p:sp>
        <p:nvSpPr>
          <p:cNvPr id="505"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3600" cy="273600"/>
          </a:xfrm>
          <a:prstGeom prst="rect">
            <a:avLst/>
          </a:prstGeom>
          <a:ln>
            <a:noFill/>
          </a:ln>
        </p:spPr>
      </p:pic>
      <p:sp>
        <p:nvSpPr>
          <p:cNvPr id="510" name="CustomShape 15"/>
          <p:cNvSpPr/>
          <p:nvPr/>
        </p:nvSpPr>
        <p:spPr>
          <a:xfrm>
            <a:off x="14630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920" cy="54792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3600" cy="273600"/>
          </a:xfrm>
          <a:prstGeom prst="rect">
            <a:avLst/>
          </a:prstGeom>
          <a:ln>
            <a:noFill/>
          </a:ln>
        </p:spPr>
      </p:pic>
      <p:sp>
        <p:nvSpPr>
          <p:cNvPr id="515" name="CustomShape 19"/>
          <p:cNvSpPr/>
          <p:nvPr/>
        </p:nvSpPr>
        <p:spPr>
          <a:xfrm>
            <a:off x="71474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7040" cy="219384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1280" cy="1736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800" cy="356544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3040" cy="3108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&gt; 1 s (µs)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7040" cy="210240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6480" cy="45648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880" cy="227880"/>
          </a:xfrm>
          <a:prstGeom prst="rect">
            <a:avLst/>
          </a:prstGeom>
          <a:ln>
            <a:noFill/>
          </a:ln>
        </p:spPr>
      </p:pic>
      <p:sp>
        <p:nvSpPr>
          <p:cNvPr id="530" name="CustomShape 13"/>
          <p:cNvSpPr/>
          <p:nvPr/>
        </p:nvSpPr>
        <p:spPr>
          <a:xfrm>
            <a:off x="1371600" y="4069080"/>
            <a:ext cx="393120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800" cy="77652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6480" cy="45648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880" cy="227880"/>
          </a:xfrm>
          <a:prstGeom prst="rect">
            <a:avLst/>
          </a:prstGeom>
          <a:ln>
            <a:noFill/>
          </a:ln>
        </p:spPr>
      </p:pic>
      <p:sp>
        <p:nvSpPr>
          <p:cNvPr id="534" name="CustomShape 16"/>
          <p:cNvSpPr/>
          <p:nvPr/>
        </p:nvSpPr>
        <p:spPr>
          <a:xfrm>
            <a:off x="6583680" y="5394960"/>
            <a:ext cx="4872960" cy="776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7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9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1400" cy="457128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920" cy="54792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3600" cy="273600"/>
          </a:xfrm>
          <a:prstGeom prst="rect">
            <a:avLst/>
          </a:prstGeom>
          <a:ln>
            <a:noFill/>
          </a:ln>
        </p:spPr>
      </p:pic>
      <p:sp>
        <p:nvSpPr>
          <p:cNvPr id="545" name="CustomShape 10"/>
          <p:cNvSpPr/>
          <p:nvPr/>
        </p:nvSpPr>
        <p:spPr>
          <a:xfrm>
            <a:off x="8732520" y="1828800"/>
            <a:ext cx="26784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42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8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4000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3600" cy="273600"/>
          </a:xfrm>
          <a:prstGeom prst="rect">
            <a:avLst/>
          </a:prstGeom>
          <a:ln>
            <a:noFill/>
          </a:ln>
        </p:spPr>
      </p:pic>
      <p:sp>
        <p:nvSpPr>
          <p:cNvPr id="557" name="CustomShape 10"/>
          <p:cNvSpPr/>
          <p:nvPr/>
        </p:nvSpPr>
        <p:spPr>
          <a:xfrm>
            <a:off x="850392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920" cy="54792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3600" cy="273600"/>
          </a:xfrm>
          <a:prstGeom prst="rect">
            <a:avLst/>
          </a:prstGeom>
          <a:ln>
            <a:noFill/>
          </a:ln>
        </p:spPr>
      </p:pic>
      <p:sp>
        <p:nvSpPr>
          <p:cNvPr id="562" name="CustomShape 14"/>
          <p:cNvSpPr/>
          <p:nvPr/>
        </p:nvSpPr>
        <p:spPr>
          <a:xfrm>
            <a:off x="1064376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760" cy="137088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880" cy="227880"/>
          </a:xfrm>
          <a:prstGeom prst="rect">
            <a:avLst/>
          </a:prstGeom>
          <a:ln>
            <a:noFill/>
          </a:ln>
        </p:spPr>
      </p:pic>
      <p:sp>
        <p:nvSpPr>
          <p:cNvPr id="567" name="CustomShape 18"/>
          <p:cNvSpPr/>
          <p:nvPr/>
        </p:nvSpPr>
        <p:spPr>
          <a:xfrm>
            <a:off x="1371600" y="4754880"/>
            <a:ext cx="1008792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880" cy="227880"/>
          </a:xfrm>
          <a:prstGeom prst="rect">
            <a:avLst/>
          </a:prstGeom>
          <a:ln>
            <a:noFill/>
          </a:ln>
        </p:spPr>
      </p:pic>
      <p:sp>
        <p:nvSpPr>
          <p:cNvPr id="575"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880" cy="227880"/>
          </a:xfrm>
          <a:prstGeom prst="rect">
            <a:avLst/>
          </a:prstGeom>
          <a:ln>
            <a:noFill/>
          </a:ln>
        </p:spPr>
      </p:pic>
      <p:sp>
        <p:nvSpPr>
          <p:cNvPr id="579"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880" cy="227880"/>
          </a:xfrm>
          <a:prstGeom prst="rect">
            <a:avLst/>
          </a:prstGeom>
          <a:ln>
            <a:noFill/>
          </a:ln>
        </p:spPr>
      </p:pic>
      <p:sp>
        <p:nvSpPr>
          <p:cNvPr id="583"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880" cy="227880"/>
          </a:xfrm>
          <a:prstGeom prst="rect">
            <a:avLst/>
          </a:prstGeom>
          <a:ln>
            <a:noFill/>
          </a:ln>
        </p:spPr>
      </p:pic>
      <p:sp>
        <p:nvSpPr>
          <p:cNvPr id="587"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880" cy="227880"/>
          </a:xfrm>
          <a:prstGeom prst="rect">
            <a:avLst/>
          </a:prstGeom>
          <a:ln>
            <a:noFill/>
          </a:ln>
        </p:spPr>
      </p:pic>
      <p:sp>
        <p:nvSpPr>
          <p:cNvPr id="591"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880" cy="227880"/>
          </a:xfrm>
          <a:prstGeom prst="rect">
            <a:avLst/>
          </a:prstGeom>
          <a:ln>
            <a:noFill/>
          </a:ln>
        </p:spPr>
      </p:pic>
      <p:sp>
        <p:nvSpPr>
          <p:cNvPr id="595"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965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150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3600" cy="273600"/>
          </a:xfrm>
          <a:prstGeom prst="rect">
            <a:avLst/>
          </a:prstGeom>
          <a:ln>
            <a:noFill/>
          </a:ln>
        </p:spPr>
      </p:pic>
      <p:sp>
        <p:nvSpPr>
          <p:cNvPr id="608"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3600" cy="273600"/>
          </a:xfrm>
          <a:prstGeom prst="rect">
            <a:avLst/>
          </a:prstGeom>
          <a:ln>
            <a:noFill/>
          </a:ln>
        </p:spPr>
      </p:pic>
      <p:sp>
        <p:nvSpPr>
          <p:cNvPr id="61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3600" cy="273600"/>
          </a:xfrm>
          <a:prstGeom prst="rect">
            <a:avLst/>
          </a:prstGeom>
          <a:ln>
            <a:noFill/>
          </a:ln>
        </p:spPr>
      </p:pic>
      <p:sp>
        <p:nvSpPr>
          <p:cNvPr id="62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3600" cy="273600"/>
          </a:xfrm>
          <a:prstGeom prst="rect">
            <a:avLst/>
          </a:prstGeom>
          <a:ln>
            <a:noFill/>
          </a:ln>
        </p:spPr>
      </p:pic>
      <p:sp>
        <p:nvSpPr>
          <p:cNvPr id="62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3600" cy="273600"/>
          </a:xfrm>
          <a:prstGeom prst="rect">
            <a:avLst/>
          </a:prstGeom>
          <a:ln>
            <a:noFill/>
          </a:ln>
        </p:spPr>
      </p:pic>
      <p:sp>
        <p:nvSpPr>
          <p:cNvPr id="632"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3600" cy="273600"/>
          </a:xfrm>
          <a:prstGeom prst="rect">
            <a:avLst/>
          </a:prstGeom>
          <a:ln>
            <a:noFill/>
          </a:ln>
        </p:spPr>
      </p:pic>
      <p:sp>
        <p:nvSpPr>
          <p:cNvPr id="637"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920" cy="54792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3600" cy="273600"/>
          </a:xfrm>
          <a:prstGeom prst="rect">
            <a:avLst/>
          </a:prstGeom>
          <a:ln>
            <a:noFill/>
          </a:ln>
        </p:spPr>
      </p:pic>
      <p:sp>
        <p:nvSpPr>
          <p:cNvPr id="642"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424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3600" cy="273600"/>
          </a:xfrm>
          <a:prstGeom prst="rect">
            <a:avLst/>
          </a:prstGeom>
          <a:ln>
            <a:noFill/>
          </a:ln>
        </p:spPr>
      </p:pic>
      <p:sp>
        <p:nvSpPr>
          <p:cNvPr id="651"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4240" cy="292536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3600" cy="273600"/>
          </a:xfrm>
          <a:prstGeom prst="rect">
            <a:avLst/>
          </a:prstGeom>
          <a:ln>
            <a:noFill/>
          </a:ln>
        </p:spPr>
      </p:pic>
      <p:sp>
        <p:nvSpPr>
          <p:cNvPr id="656"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880" cy="137088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5120" cy="913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864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88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8640" cy="86796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6480" cy="45648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880" cy="227880"/>
          </a:xfrm>
          <a:prstGeom prst="rect">
            <a:avLst/>
          </a:prstGeom>
          <a:ln>
            <a:noFill/>
          </a:ln>
        </p:spPr>
      </p:pic>
      <p:sp>
        <p:nvSpPr>
          <p:cNvPr id="671" name="CustomShape 10"/>
          <p:cNvSpPr/>
          <p:nvPr/>
        </p:nvSpPr>
        <p:spPr>
          <a:xfrm>
            <a:off x="1371600" y="5303520"/>
            <a:ext cx="530280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7200" cy="457128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920" cy="54792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3600" cy="273600"/>
          </a:xfrm>
          <a:prstGeom prst="rect">
            <a:avLst/>
          </a:prstGeom>
          <a:ln>
            <a:noFill/>
          </a:ln>
        </p:spPr>
      </p:pic>
      <p:sp>
        <p:nvSpPr>
          <p:cNvPr id="675" name="CustomShape 13"/>
          <p:cNvSpPr/>
          <p:nvPr/>
        </p:nvSpPr>
        <p:spPr>
          <a:xfrm>
            <a:off x="8046720" y="182880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500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Opciones SET: ARITHABORT, ANSI_NULLS y QUOTED_IDENTIFIER en ON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3600" cy="273600"/>
          </a:xfrm>
          <a:prstGeom prst="rect">
            <a:avLst/>
          </a:prstGeom>
          <a:ln>
            <a:noFill/>
          </a:ln>
        </p:spPr>
      </p:pic>
      <p:sp>
        <p:nvSpPr>
          <p:cNvPr id="687"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880" cy="227880"/>
          </a:xfrm>
          <a:prstGeom prst="rect">
            <a:avLst/>
          </a:prstGeom>
          <a:ln>
            <a:noFill/>
          </a:ln>
        </p:spPr>
      </p:pic>
      <p:sp>
        <p:nvSpPr>
          <p:cNvPr id="722"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2200" cy="50220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2200" cy="50220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2200" cy="50220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2200" cy="50220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2200" cy="50220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4016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440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5680" cy="196524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6480" cy="45648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880" cy="227880"/>
          </a:xfrm>
          <a:prstGeom prst="rect">
            <a:avLst/>
          </a:prstGeom>
          <a:ln>
            <a:noFill/>
          </a:ln>
        </p:spPr>
      </p:pic>
      <p:sp>
        <p:nvSpPr>
          <p:cNvPr id="768" name="CustomShape 45"/>
          <p:cNvSpPr/>
          <p:nvPr/>
        </p:nvSpPr>
        <p:spPr>
          <a:xfrm>
            <a:off x="8686800" y="4206240"/>
            <a:ext cx="276984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7200" cy="109656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880" cy="227880"/>
          </a:xfrm>
          <a:prstGeom prst="rect">
            <a:avLst/>
          </a:prstGeom>
          <a:ln>
            <a:noFill/>
          </a:ln>
        </p:spPr>
      </p:pic>
      <p:sp>
        <p:nvSpPr>
          <p:cNvPr id="777" name="CustomShape 8"/>
          <p:cNvSpPr/>
          <p:nvPr/>
        </p:nvSpPr>
        <p:spPr>
          <a:xfrm>
            <a:off x="1371600" y="5074920"/>
            <a:ext cx="521136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3600" cy="273600"/>
          </a:xfrm>
          <a:prstGeom prst="rect">
            <a:avLst/>
          </a:prstGeom>
          <a:ln>
            <a:noFill/>
          </a:ln>
        </p:spPr>
      </p:pic>
      <p:sp>
        <p:nvSpPr>
          <p:cNvPr id="78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3600" cy="273600"/>
          </a:xfrm>
          <a:prstGeom prst="rect">
            <a:avLst/>
          </a:prstGeom>
          <a:ln>
            <a:noFill/>
          </a:ln>
        </p:spPr>
      </p:pic>
      <p:sp>
        <p:nvSpPr>
          <p:cNvPr id="79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3600" cy="273600"/>
          </a:xfrm>
          <a:prstGeom prst="rect">
            <a:avLst/>
          </a:prstGeom>
          <a:ln>
            <a:noFill/>
          </a:ln>
        </p:spPr>
      </p:pic>
      <p:sp>
        <p:nvSpPr>
          <p:cNvPr id="79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880" cy="227880"/>
          </a:xfrm>
          <a:prstGeom prst="rect">
            <a:avLst/>
          </a:prstGeom>
          <a:ln>
            <a:noFill/>
          </a:ln>
        </p:spPr>
      </p:pic>
      <p:sp>
        <p:nvSpPr>
          <p:cNvPr id="803" name="CustomShape 19"/>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880" cy="105084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6480" cy="45648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880" cy="227880"/>
          </a:xfrm>
          <a:prstGeom prst="rect">
            <a:avLst/>
          </a:prstGeom>
          <a:ln>
            <a:noFill/>
          </a:ln>
        </p:spPr>
      </p:pic>
      <p:sp>
        <p:nvSpPr>
          <p:cNvPr id="817"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440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864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880" cy="100512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880" cy="227880"/>
          </a:xfrm>
          <a:prstGeom prst="rect">
            <a:avLst/>
          </a:prstGeom>
          <a:ln>
            <a:noFill/>
          </a:ln>
        </p:spPr>
      </p:pic>
      <p:sp>
        <p:nvSpPr>
          <p:cNvPr id="829" name="CustomShape 11"/>
          <p:cNvSpPr/>
          <p:nvPr/>
        </p:nvSpPr>
        <p:spPr>
          <a:xfrm>
            <a:off x="1371600" y="516636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720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144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8640" cy="214812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920" cy="54792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3600" cy="273600"/>
          </a:xfrm>
          <a:prstGeom prst="rect">
            <a:avLst/>
          </a:prstGeom>
          <a:ln>
            <a:noFill/>
          </a:ln>
        </p:spPr>
      </p:pic>
      <p:sp>
        <p:nvSpPr>
          <p:cNvPr id="840" name="CustomShape 10"/>
          <p:cNvSpPr/>
          <p:nvPr/>
        </p:nvSpPr>
        <p:spPr>
          <a:xfrm>
            <a:off x="7955280" y="1828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1440" cy="95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8640" cy="223956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920" cy="54792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3600" cy="273600"/>
          </a:xfrm>
          <a:prstGeom prst="rect">
            <a:avLst/>
          </a:prstGeom>
          <a:ln>
            <a:noFill/>
          </a:ln>
        </p:spPr>
      </p:pic>
      <p:sp>
        <p:nvSpPr>
          <p:cNvPr id="845" name="CustomShape 14"/>
          <p:cNvSpPr/>
          <p:nvPr/>
        </p:nvSpPr>
        <p:spPr>
          <a:xfrm>
            <a:off x="7955280" y="4114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1440" cy="1050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7200" cy="137088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880" cy="227880"/>
          </a:xfrm>
          <a:prstGeom prst="rect">
            <a:avLst/>
          </a:prstGeom>
          <a:ln>
            <a:noFill/>
          </a:ln>
        </p:spPr>
      </p:pic>
      <p:sp>
        <p:nvSpPr>
          <p:cNvPr id="850" name="CustomShape 18"/>
          <p:cNvSpPr/>
          <p:nvPr/>
        </p:nvSpPr>
        <p:spPr>
          <a:xfrm>
            <a:off x="1371600" y="4754880"/>
            <a:ext cx="52113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86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880" cy="227880"/>
          </a:xfrm>
          <a:prstGeom prst="rect">
            <a:avLst/>
          </a:prstGeom>
          <a:ln>
            <a:noFill/>
          </a:ln>
        </p:spPr>
      </p:pic>
      <p:sp>
        <p:nvSpPr>
          <p:cNvPr id="884"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760" cy="333684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5640" cy="333684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76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56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9360" cy="63936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9320" cy="319320"/>
          </a:xfrm>
          <a:prstGeom prst="rect">
            <a:avLst/>
          </a:prstGeom>
          <a:ln>
            <a:noFill/>
          </a:ln>
        </p:spPr>
      </p:pic>
      <p:sp>
        <p:nvSpPr>
          <p:cNvPr id="896" name="CustomShape 11"/>
          <p:cNvSpPr/>
          <p:nvPr/>
        </p:nvSpPr>
        <p:spPr>
          <a:xfrm>
            <a:off x="822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9360" cy="63936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9320" cy="319320"/>
          </a:xfrm>
          <a:prstGeom prst="rect">
            <a:avLst/>
          </a:prstGeom>
          <a:ln>
            <a:noFill/>
          </a:ln>
        </p:spPr>
      </p:pic>
      <p:sp>
        <p:nvSpPr>
          <p:cNvPr id="902" name="CustomShape 16"/>
          <p:cNvSpPr/>
          <p:nvPr/>
        </p:nvSpPr>
        <p:spPr>
          <a:xfrm>
            <a:off x="294984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9360" cy="63936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9320" cy="319320"/>
          </a:xfrm>
          <a:prstGeom prst="rect">
            <a:avLst/>
          </a:prstGeom>
          <a:ln>
            <a:noFill/>
          </a:ln>
        </p:spPr>
      </p:pic>
      <p:sp>
        <p:nvSpPr>
          <p:cNvPr id="908" name="CustomShape 21"/>
          <p:cNvSpPr/>
          <p:nvPr/>
        </p:nvSpPr>
        <p:spPr>
          <a:xfrm>
            <a:off x="548820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9360" cy="63936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9320" cy="319320"/>
          </a:xfrm>
          <a:prstGeom prst="rect">
            <a:avLst/>
          </a:prstGeom>
          <a:ln>
            <a:noFill/>
          </a:ln>
        </p:spPr>
      </p:pic>
      <p:sp>
        <p:nvSpPr>
          <p:cNvPr id="914" name="CustomShape 26"/>
          <p:cNvSpPr/>
          <p:nvPr/>
        </p:nvSpPr>
        <p:spPr>
          <a:xfrm>
            <a:off x="761508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9360" cy="63936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9320" cy="319320"/>
          </a:xfrm>
          <a:prstGeom prst="rect">
            <a:avLst/>
          </a:prstGeom>
          <a:ln>
            <a:noFill/>
          </a:ln>
        </p:spPr>
      </p:pic>
      <p:sp>
        <p:nvSpPr>
          <p:cNvPr id="920" name="CustomShape 31"/>
          <p:cNvSpPr/>
          <p:nvPr/>
        </p:nvSpPr>
        <p:spPr>
          <a:xfrm>
            <a:off x="9741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880" cy="227880"/>
          </a:xfrm>
          <a:prstGeom prst="rect">
            <a:avLst/>
          </a:prstGeom>
          <a:ln>
            <a:noFill/>
          </a:ln>
        </p:spPr>
      </p:pic>
      <p:sp>
        <p:nvSpPr>
          <p:cNvPr id="925" name="CustomShape 35"/>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440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864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1440" cy="164520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6480" cy="45648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880" cy="227880"/>
          </a:xfrm>
          <a:prstGeom prst="rect">
            <a:avLst/>
          </a:prstGeom>
          <a:ln>
            <a:noFill/>
          </a:ln>
        </p:spPr>
      </p:pic>
      <p:sp>
        <p:nvSpPr>
          <p:cNvPr id="937" name="CustomShape 11"/>
          <p:cNvSpPr/>
          <p:nvPr/>
        </p:nvSpPr>
        <p:spPr>
          <a:xfrm>
            <a:off x="8321040" y="4526280"/>
            <a:ext cx="313560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600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7024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6000" cy="86796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6480" cy="45648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880" cy="227880"/>
          </a:xfrm>
          <a:prstGeom prst="rect">
            <a:avLst/>
          </a:prstGeom>
          <a:ln>
            <a:noFill/>
          </a:ln>
        </p:spPr>
      </p:pic>
      <p:sp>
        <p:nvSpPr>
          <p:cNvPr id="955" name="CustomShape 17"/>
          <p:cNvSpPr/>
          <p:nvPr/>
        </p:nvSpPr>
        <p:spPr>
          <a:xfrm>
            <a:off x="6126480" y="5303520"/>
            <a:ext cx="533016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856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80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880" cy="227880"/>
          </a:xfrm>
          <a:prstGeom prst="rect">
            <a:avLst/>
          </a:prstGeom>
          <a:ln>
            <a:noFill/>
          </a:ln>
        </p:spPr>
      </p:pic>
      <p:sp>
        <p:nvSpPr>
          <p:cNvPr id="967" name="CustomShape 11"/>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3600" cy="273600"/>
          </a:xfrm>
          <a:prstGeom prst="rect">
            <a:avLst/>
          </a:prstGeom>
          <a:ln>
            <a:noFill/>
          </a:ln>
        </p:spPr>
      </p:pic>
      <p:sp>
        <p:nvSpPr>
          <p:cNvPr id="975"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3600" cy="233100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3600" cy="273600"/>
          </a:xfrm>
          <a:prstGeom prst="rect">
            <a:avLst/>
          </a:prstGeom>
          <a:ln>
            <a:noFill/>
          </a:ln>
        </p:spPr>
      </p:pic>
      <p:sp>
        <p:nvSpPr>
          <p:cNvPr id="980"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3600" cy="273600"/>
          </a:xfrm>
          <a:prstGeom prst="rect">
            <a:avLst/>
          </a:prstGeom>
          <a:ln>
            <a:noFill/>
          </a:ln>
        </p:spPr>
      </p:pic>
      <p:sp>
        <p:nvSpPr>
          <p:cNvPr id="985"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72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96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7120" cy="196524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6480" cy="45648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880" cy="227880"/>
          </a:xfrm>
          <a:prstGeom prst="rect">
            <a:avLst/>
          </a:prstGeom>
          <a:ln>
            <a:noFill/>
          </a:ln>
        </p:spPr>
      </p:pic>
      <p:sp>
        <p:nvSpPr>
          <p:cNvPr id="993" name="CustomShape 22"/>
          <p:cNvSpPr/>
          <p:nvPr/>
        </p:nvSpPr>
        <p:spPr>
          <a:xfrm>
            <a:off x="8595360" y="4206240"/>
            <a:ext cx="286128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5280" cy="91368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5280" cy="91368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4240" cy="114228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880" cy="227880"/>
          </a:xfrm>
          <a:prstGeom prst="rect">
            <a:avLst/>
          </a:prstGeom>
          <a:ln>
            <a:noFill/>
          </a:ln>
        </p:spPr>
      </p:pic>
      <p:sp>
        <p:nvSpPr>
          <p:cNvPr id="1017" name="CustomShape 23"/>
          <p:cNvSpPr/>
          <p:nvPr/>
        </p:nvSpPr>
        <p:spPr>
          <a:xfrm>
            <a:off x="137160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4240" cy="114228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6480" cy="45648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880" cy="227880"/>
          </a:xfrm>
          <a:prstGeom prst="rect">
            <a:avLst/>
          </a:prstGeom>
          <a:ln>
            <a:noFill/>
          </a:ln>
        </p:spPr>
      </p:pic>
      <p:sp>
        <p:nvSpPr>
          <p:cNvPr id="1021" name="CustomShape 26"/>
          <p:cNvSpPr/>
          <p:nvPr/>
        </p:nvSpPr>
        <p:spPr>
          <a:xfrm>
            <a:off x="706824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424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3600" cy="273600"/>
          </a:xfrm>
          <a:prstGeom prst="rect">
            <a:avLst/>
          </a:prstGeom>
          <a:ln>
            <a:noFill/>
          </a:ln>
        </p:spPr>
      </p:pic>
      <p:sp>
        <p:nvSpPr>
          <p:cNvPr id="1029"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4240" cy="274248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3600" cy="273600"/>
          </a:xfrm>
          <a:prstGeom prst="rect">
            <a:avLst/>
          </a:prstGeom>
          <a:ln>
            <a:noFill/>
          </a:ln>
        </p:spPr>
      </p:pic>
      <p:sp>
        <p:nvSpPr>
          <p:cNvPr id="1034"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3040" cy="155376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7280" cy="1096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800" cy="155376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6480" cy="45648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880" cy="227880"/>
          </a:xfrm>
          <a:prstGeom prst="rect">
            <a:avLst/>
          </a:prstGeom>
          <a:ln>
            <a:noFill/>
          </a:ln>
        </p:spPr>
      </p:pic>
      <p:sp>
        <p:nvSpPr>
          <p:cNvPr id="1042" name="CustomShape 18"/>
          <p:cNvSpPr/>
          <p:nvPr/>
        </p:nvSpPr>
        <p:spPr>
          <a:xfrm>
            <a:off x="8869680" y="4617720"/>
            <a:ext cx="2586960" cy="155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7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736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160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8480" cy="159948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6480" cy="45648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880" cy="227880"/>
          </a:xfrm>
          <a:prstGeom prst="rect">
            <a:avLst/>
          </a:prstGeom>
          <a:ln>
            <a:noFill/>
          </a:ln>
        </p:spPr>
      </p:pic>
      <p:sp>
        <p:nvSpPr>
          <p:cNvPr id="1076" name="CustomShape 33"/>
          <p:cNvSpPr/>
          <p:nvPr/>
        </p:nvSpPr>
        <p:spPr>
          <a:xfrm>
            <a:off x="9144000" y="4572000"/>
            <a:ext cx="231264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3600" cy="273600"/>
          </a:xfrm>
          <a:prstGeom prst="rect">
            <a:avLst/>
          </a:prstGeom>
          <a:ln>
            <a:noFill/>
          </a:ln>
        </p:spPr>
      </p:pic>
      <p:sp>
        <p:nvSpPr>
          <p:cNvPr id="1084" name="CustomShape 7"/>
          <p:cNvSpPr/>
          <p:nvPr/>
        </p:nvSpPr>
        <p:spPr>
          <a:xfrm>
            <a:off x="146304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920" cy="54792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3600" cy="273600"/>
          </a:xfrm>
          <a:prstGeom prst="rect">
            <a:avLst/>
          </a:prstGeom>
          <a:ln>
            <a:noFill/>
          </a:ln>
        </p:spPr>
      </p:pic>
      <p:sp>
        <p:nvSpPr>
          <p:cNvPr id="1089" name="CustomShape 11"/>
          <p:cNvSpPr/>
          <p:nvPr/>
        </p:nvSpPr>
        <p:spPr>
          <a:xfrm>
            <a:off x="430452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3600" cy="273600"/>
          </a:xfrm>
          <a:prstGeom prst="rect">
            <a:avLst/>
          </a:prstGeom>
          <a:ln>
            <a:noFill/>
          </a:ln>
        </p:spPr>
      </p:pic>
      <p:sp>
        <p:nvSpPr>
          <p:cNvPr id="1094" name="CustomShape 15"/>
          <p:cNvSpPr/>
          <p:nvPr/>
        </p:nvSpPr>
        <p:spPr>
          <a:xfrm>
            <a:off x="714600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6440" cy="338256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920" cy="54792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3600" cy="273600"/>
          </a:xfrm>
          <a:prstGeom prst="rect">
            <a:avLst/>
          </a:prstGeom>
          <a:ln>
            <a:noFill/>
          </a:ln>
        </p:spPr>
      </p:pic>
      <p:sp>
        <p:nvSpPr>
          <p:cNvPr id="1099" name="CustomShape 19"/>
          <p:cNvSpPr/>
          <p:nvPr/>
        </p:nvSpPr>
        <p:spPr>
          <a:xfrm>
            <a:off x="998748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880" cy="227880"/>
          </a:xfrm>
          <a:prstGeom prst="rect">
            <a:avLst/>
          </a:prstGeom>
          <a:ln>
            <a:noFill/>
          </a:ln>
        </p:spPr>
      </p:pic>
      <p:sp>
        <p:nvSpPr>
          <p:cNvPr id="1104" name="CustomShape 23"/>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880" cy="227880"/>
          </a:xfrm>
          <a:prstGeom prst="rect">
            <a:avLst/>
          </a:prstGeom>
          <a:ln>
            <a:noFill/>
          </a:ln>
        </p:spPr>
      </p:pic>
      <p:sp>
        <p:nvSpPr>
          <p:cNvPr id="111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880" cy="227880"/>
          </a:xfrm>
          <a:prstGeom prst="rect">
            <a:avLst/>
          </a:prstGeom>
          <a:ln>
            <a:noFill/>
          </a:ln>
        </p:spPr>
      </p:pic>
      <p:sp>
        <p:nvSpPr>
          <p:cNvPr id="111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880" cy="227880"/>
          </a:xfrm>
          <a:prstGeom prst="rect">
            <a:avLst/>
          </a:prstGeom>
          <a:ln>
            <a:noFill/>
          </a:ln>
        </p:spPr>
      </p:pic>
      <p:sp>
        <p:nvSpPr>
          <p:cNvPr id="112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880" cy="227880"/>
          </a:xfrm>
          <a:prstGeom prst="rect">
            <a:avLst/>
          </a:prstGeom>
          <a:ln>
            <a:noFill/>
          </a:ln>
        </p:spPr>
      </p:pic>
      <p:sp>
        <p:nvSpPr>
          <p:cNvPr id="112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880" cy="227880"/>
          </a:xfrm>
          <a:prstGeom prst="rect">
            <a:avLst/>
          </a:prstGeom>
          <a:ln>
            <a:noFill/>
          </a:ln>
        </p:spPr>
      </p:pic>
      <p:sp>
        <p:nvSpPr>
          <p:cNvPr id="112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880" cy="227880"/>
          </a:xfrm>
          <a:prstGeom prst="rect">
            <a:avLst/>
          </a:prstGeom>
          <a:ln>
            <a:noFill/>
          </a:ln>
        </p:spPr>
      </p:pic>
      <p:sp>
        <p:nvSpPr>
          <p:cNvPr id="113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92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3600" cy="273600"/>
          </a:xfrm>
          <a:prstGeom prst="rect">
            <a:avLst/>
          </a:prstGeom>
          <a:ln>
            <a:noFill/>
          </a:ln>
        </p:spPr>
      </p:pic>
      <p:sp>
        <p:nvSpPr>
          <p:cNvPr id="1142"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920" cy="315396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920" cy="54792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3600" cy="273600"/>
          </a:xfrm>
          <a:prstGeom prst="rect">
            <a:avLst/>
          </a:prstGeom>
          <a:ln>
            <a:noFill/>
          </a:ln>
        </p:spPr>
      </p:pic>
      <p:sp>
        <p:nvSpPr>
          <p:cNvPr id="1147"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880" cy="114228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880" cy="227880"/>
          </a:xfrm>
          <a:prstGeom prst="rect">
            <a:avLst/>
          </a:prstGeom>
          <a:ln>
            <a:noFill/>
          </a:ln>
        </p:spPr>
      </p:pic>
      <p:sp>
        <p:nvSpPr>
          <p:cNvPr id="1152" name="CustomShape 15"/>
          <p:cNvSpPr/>
          <p:nvPr/>
        </p:nvSpPr>
        <p:spPr>
          <a:xfrm>
            <a:off x="1371600" y="502920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72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96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720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880" cy="361116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5680" cy="2785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880" cy="227880"/>
          </a:xfrm>
          <a:prstGeom prst="rect">
            <a:avLst/>
          </a:prstGeom>
          <a:ln>
            <a:noFill/>
          </a:ln>
        </p:spPr>
      </p:pic>
      <p:sp>
        <p:nvSpPr>
          <p:cNvPr id="1213" name="CustomShape 13"/>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4240" cy="233100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8480" cy="1873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4240" cy="196524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704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7040" cy="113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160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84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1600" cy="137088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6480" cy="45648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880" cy="227880"/>
          </a:xfrm>
          <a:prstGeom prst="rect">
            <a:avLst/>
          </a:prstGeom>
          <a:ln>
            <a:noFill/>
          </a:ln>
        </p:spPr>
      </p:pic>
      <p:sp>
        <p:nvSpPr>
          <p:cNvPr id="1230" name="CustomShape 16"/>
          <p:cNvSpPr/>
          <p:nvPr/>
        </p:nvSpPr>
        <p:spPr>
          <a:xfrm>
            <a:off x="7040880" y="4800600"/>
            <a:ext cx="44157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9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72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960" cy="127944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7200" cy="822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88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5680" cy="155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3600" cy="273600"/>
          </a:xfrm>
          <a:prstGeom prst="rect">
            <a:avLst/>
          </a:prstGeom>
          <a:ln>
            <a:noFill/>
          </a:ln>
        </p:spPr>
      </p:pic>
      <p:sp>
        <p:nvSpPr>
          <p:cNvPr id="126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3600" cy="315396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3600" cy="273600"/>
          </a:xfrm>
          <a:prstGeom prst="rect">
            <a:avLst/>
          </a:prstGeom>
          <a:ln>
            <a:noFill/>
          </a:ln>
        </p:spPr>
      </p:pic>
      <p:sp>
        <p:nvSpPr>
          <p:cNvPr id="127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3600" cy="273600"/>
          </a:xfrm>
          <a:prstGeom prst="rect">
            <a:avLst/>
          </a:prstGeom>
          <a:ln>
            <a:noFill/>
          </a:ln>
        </p:spPr>
      </p:pic>
      <p:sp>
        <p:nvSpPr>
          <p:cNvPr id="127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880" cy="123372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6480" cy="45648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880" cy="227880"/>
          </a:xfrm>
          <a:prstGeom prst="rect">
            <a:avLst/>
          </a:prstGeom>
          <a:ln>
            <a:noFill/>
          </a:ln>
        </p:spPr>
      </p:pic>
      <p:sp>
        <p:nvSpPr>
          <p:cNvPr id="1283" name="CustomShape 19"/>
          <p:cNvSpPr/>
          <p:nvPr/>
        </p:nvSpPr>
        <p:spPr>
          <a:xfrm>
            <a:off x="1371600" y="4892040"/>
            <a:ext cx="10085040" cy="1233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432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856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4320" cy="127944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6480" cy="45648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880" cy="227880"/>
          </a:xfrm>
          <a:prstGeom prst="rect">
            <a:avLst/>
          </a:prstGeom>
          <a:ln>
            <a:noFill/>
          </a:ln>
        </p:spPr>
      </p:pic>
      <p:sp>
        <p:nvSpPr>
          <p:cNvPr id="1294" name="CustomShape 10"/>
          <p:cNvSpPr/>
          <p:nvPr/>
        </p:nvSpPr>
        <p:spPr>
          <a:xfrm>
            <a:off x="1371600" y="4892040"/>
            <a:ext cx="5028480" cy="127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1520" cy="457128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920" cy="54792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3600" cy="273600"/>
          </a:xfrm>
          <a:prstGeom prst="rect">
            <a:avLst/>
          </a:prstGeom>
          <a:ln>
            <a:noFill/>
          </a:ln>
        </p:spPr>
      </p:pic>
      <p:sp>
        <p:nvSpPr>
          <p:cNvPr id="1298" name="CustomShape 13"/>
          <p:cNvSpPr/>
          <p:nvPr/>
        </p:nvSpPr>
        <p:spPr>
          <a:xfrm>
            <a:off x="7772400" y="1828800"/>
            <a:ext cx="3638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432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880" cy="105084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6480" cy="45648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880" cy="227880"/>
          </a:xfrm>
          <a:prstGeom prst="rect">
            <a:avLst/>
          </a:prstGeom>
          <a:ln>
            <a:noFill/>
          </a:ln>
        </p:spPr>
      </p:pic>
      <p:sp>
        <p:nvSpPr>
          <p:cNvPr id="1313"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424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848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4240" cy="100512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880" cy="227880"/>
          </a:xfrm>
          <a:prstGeom prst="rect">
            <a:avLst/>
          </a:prstGeom>
          <a:ln>
            <a:noFill/>
          </a:ln>
        </p:spPr>
      </p:pic>
      <p:sp>
        <p:nvSpPr>
          <p:cNvPr id="1324" name="CustomShape 10"/>
          <p:cNvSpPr/>
          <p:nvPr/>
        </p:nvSpPr>
        <p:spPr>
          <a:xfrm>
            <a:off x="1371600" y="5166360"/>
            <a:ext cx="438840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4240" cy="228528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8480" cy="1828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10320" cy="31032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10320" cy="31032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10320" cy="31032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720" cy="219384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880" cy="227880"/>
          </a:xfrm>
          <a:prstGeom prst="rect">
            <a:avLst/>
          </a:prstGeom>
          <a:ln>
            <a:noFill/>
          </a:ln>
        </p:spPr>
      </p:pic>
      <p:sp>
        <p:nvSpPr>
          <p:cNvPr id="1361" name="CustomShape 8"/>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720" cy="41076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92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960" cy="109656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960" cy="10965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960" cy="109656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720" cy="91368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864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88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7200" cy="118800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6480" cy="45648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880" cy="227880"/>
          </a:xfrm>
          <a:prstGeom prst="rect">
            <a:avLst/>
          </a:prstGeom>
          <a:ln>
            <a:noFill/>
          </a:ln>
        </p:spPr>
      </p:pic>
      <p:sp>
        <p:nvSpPr>
          <p:cNvPr id="1432" name="CustomShape 11"/>
          <p:cNvSpPr/>
          <p:nvPr/>
        </p:nvSpPr>
        <p:spPr>
          <a:xfrm>
            <a:off x="7955280" y="4023360"/>
            <a:ext cx="350136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880" cy="227880"/>
          </a:xfrm>
          <a:prstGeom prst="rect">
            <a:avLst/>
          </a:prstGeom>
          <a:ln>
            <a:noFill/>
          </a:ln>
        </p:spPr>
      </p:pic>
      <p:sp>
        <p:nvSpPr>
          <p:cNvPr id="1436" name="CustomShape 14"/>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2200" cy="50220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2200" cy="50220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2200" cy="50220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9320" cy="319320"/>
          </a:xfrm>
          <a:prstGeom prst="rect">
            <a:avLst/>
          </a:prstGeom>
          <a:ln>
            <a:noFill/>
          </a:ln>
        </p:spPr>
      </p:pic>
      <p:sp>
        <p:nvSpPr>
          <p:cNvPr id="1466"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9320" cy="319320"/>
          </a:xfrm>
          <a:prstGeom prst="rect">
            <a:avLst/>
          </a:prstGeom>
          <a:ln>
            <a:noFill/>
          </a:ln>
        </p:spPr>
      </p:pic>
      <p:sp>
        <p:nvSpPr>
          <p:cNvPr id="1471"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9320" cy="319320"/>
          </a:xfrm>
          <a:prstGeom prst="rect">
            <a:avLst/>
          </a:prstGeom>
          <a:ln>
            <a:noFill/>
          </a:ln>
        </p:spPr>
      </p:pic>
      <p:sp>
        <p:nvSpPr>
          <p:cNvPr id="1476"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9320" cy="319320"/>
          </a:xfrm>
          <a:prstGeom prst="rect">
            <a:avLst/>
          </a:prstGeom>
          <a:ln>
            <a:noFill/>
          </a:ln>
        </p:spPr>
      </p:pic>
      <p:sp>
        <p:nvSpPr>
          <p:cNvPr id="1481"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880" cy="227880"/>
          </a:xfrm>
          <a:prstGeom prst="rect">
            <a:avLst/>
          </a:prstGeom>
          <a:ln>
            <a:noFill/>
          </a:ln>
        </p:spPr>
      </p:pic>
      <p:sp>
        <p:nvSpPr>
          <p:cNvPr id="149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880" cy="227880"/>
          </a:xfrm>
          <a:prstGeom prst="rect">
            <a:avLst/>
          </a:prstGeom>
          <a:ln>
            <a:noFill/>
          </a:ln>
        </p:spPr>
      </p:pic>
      <p:sp>
        <p:nvSpPr>
          <p:cNvPr id="149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880" cy="227880"/>
          </a:xfrm>
          <a:prstGeom prst="rect">
            <a:avLst/>
          </a:prstGeom>
          <a:ln>
            <a:noFill/>
          </a:ln>
        </p:spPr>
      </p:pic>
      <p:sp>
        <p:nvSpPr>
          <p:cNvPr id="150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880" cy="227880"/>
          </a:xfrm>
          <a:prstGeom prst="rect">
            <a:avLst/>
          </a:prstGeom>
          <a:ln>
            <a:noFill/>
          </a:ln>
        </p:spPr>
      </p:pic>
      <p:sp>
        <p:nvSpPr>
          <p:cNvPr id="150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880" cy="227880"/>
          </a:xfrm>
          <a:prstGeom prst="rect">
            <a:avLst/>
          </a:prstGeom>
          <a:ln>
            <a:noFill/>
          </a:ln>
        </p:spPr>
      </p:pic>
      <p:sp>
        <p:nvSpPr>
          <p:cNvPr id="150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880" cy="227880"/>
          </a:xfrm>
          <a:prstGeom prst="rect">
            <a:avLst/>
          </a:prstGeom>
          <a:ln>
            <a:noFill/>
          </a:ln>
        </p:spPr>
      </p:pic>
      <p:sp>
        <p:nvSpPr>
          <p:cNvPr id="151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880" cy="100512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880" cy="227880"/>
          </a:xfrm>
          <a:prstGeom prst="rect">
            <a:avLst/>
          </a:prstGeom>
          <a:ln>
            <a:noFill/>
          </a:ln>
        </p:spPr>
      </p:pic>
      <p:sp>
        <p:nvSpPr>
          <p:cNvPr id="1523" name="CustomShape 8"/>
          <p:cNvSpPr/>
          <p:nvPr/>
        </p:nvSpPr>
        <p:spPr>
          <a:xfrm>
            <a:off x="1371600" y="512064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3520" cy="1764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3520" cy="1764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3520" cy="1764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5040" cy="36504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5040" cy="36504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5040" cy="36504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6000" cy="21888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6000" cy="21888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6000" cy="21888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6000" cy="21888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6000" cy="21888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6000" cy="21888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6000" cy="21888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6000" cy="21888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6000" cy="21888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6000" cy="21888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6000" cy="21888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6000" cy="21888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6000" cy="21888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6000" cy="21888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6000" cy="21888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6000" cy="21888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6000" cy="21888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6000" cy="21888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6000" cy="21888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6000" cy="21888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6000" cy="21888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6000" cy="21888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6000" cy="21888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6000" cy="21888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6000" cy="21888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6000" cy="21888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6000" cy="21888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6000" cy="21888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6000" cy="21888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6000" cy="21888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6000" cy="21888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6000" cy="21888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6000" cy="21888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6000" cy="21888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6000" cy="21888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6000" cy="21888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6000" cy="21888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6000" cy="21888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6000" cy="21888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6000" cy="21888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6000" cy="21888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6000" cy="21888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6000" cy="21888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6000" cy="21888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6000" cy="21888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6000" cy="21888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6000" cy="21888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6000" cy="21888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6000" cy="21888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6000" cy="21888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6000" cy="21888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6000" cy="21888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6000" cy="21888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6000" cy="21888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6000" cy="21888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6000" cy="21888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6000" cy="21888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6000" cy="21888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6000" cy="21888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6000" cy="21888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6000" cy="21888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6000" cy="21888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6000" cy="21888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6000" cy="21888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5280" cy="38340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880" cy="29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840" cy="34668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840" cy="34668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840" cy="34668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840" cy="34668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920" cy="54792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3600" cy="273600"/>
          </a:xfrm>
          <a:prstGeom prst="rect">
            <a:avLst/>
          </a:prstGeom>
          <a:ln>
            <a:noFill/>
          </a:ln>
        </p:spPr>
      </p:pic>
      <p:sp>
        <p:nvSpPr>
          <p:cNvPr id="1638" name="CustomShape 10"/>
          <p:cNvSpPr/>
          <p:nvPr/>
        </p:nvSpPr>
        <p:spPr>
          <a:xfrm>
            <a:off x="8778240" y="160020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920" cy="54792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3600" cy="273600"/>
          </a:xfrm>
          <a:prstGeom prst="rect">
            <a:avLst/>
          </a:prstGeom>
          <a:ln>
            <a:noFill/>
          </a:ln>
        </p:spPr>
      </p:pic>
      <p:sp>
        <p:nvSpPr>
          <p:cNvPr id="1642" name="CustomShape 13"/>
          <p:cNvSpPr/>
          <p:nvPr/>
        </p:nvSpPr>
        <p:spPr>
          <a:xfrm>
            <a:off x="8778240" y="321876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920" cy="54792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3600" cy="273600"/>
          </a:xfrm>
          <a:prstGeom prst="rect">
            <a:avLst/>
          </a:prstGeom>
          <a:ln>
            <a:noFill/>
          </a:ln>
        </p:spPr>
      </p:pic>
      <p:sp>
        <p:nvSpPr>
          <p:cNvPr id="1646" name="CustomShape 16"/>
          <p:cNvSpPr/>
          <p:nvPr/>
        </p:nvSpPr>
        <p:spPr>
          <a:xfrm>
            <a:off x="8778240" y="483732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424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848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160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84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880" cy="114228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6480" cy="45648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880" cy="227880"/>
          </a:xfrm>
          <a:prstGeom prst="rect">
            <a:avLst/>
          </a:prstGeom>
          <a:ln>
            <a:noFill/>
          </a:ln>
        </p:spPr>
      </p:pic>
      <p:sp>
        <p:nvSpPr>
          <p:cNvPr id="1660" name="CustomShape 13"/>
          <p:cNvSpPr/>
          <p:nvPr/>
        </p:nvSpPr>
        <p:spPr>
          <a:xfrm>
            <a:off x="1371600" y="498348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73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15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920" cy="54792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3600" cy="273600"/>
          </a:xfrm>
          <a:prstGeom prst="rect">
            <a:avLst/>
          </a:prstGeom>
          <a:ln>
            <a:noFill/>
          </a:ln>
        </p:spPr>
      </p:pic>
      <p:sp>
        <p:nvSpPr>
          <p:cNvPr id="1671" name="CustomShape 10"/>
          <p:cNvSpPr/>
          <p:nvPr/>
        </p:nvSpPr>
        <p:spPr>
          <a:xfrm>
            <a:off x="8915400" y="160020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920" cy="54792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3600" cy="273600"/>
          </a:xfrm>
          <a:prstGeom prst="rect">
            <a:avLst/>
          </a:prstGeom>
          <a:ln>
            <a:noFill/>
          </a:ln>
        </p:spPr>
      </p:pic>
      <p:sp>
        <p:nvSpPr>
          <p:cNvPr id="1675" name="CustomShape 13"/>
          <p:cNvSpPr/>
          <p:nvPr/>
        </p:nvSpPr>
        <p:spPr>
          <a:xfrm>
            <a:off x="8915400" y="321876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920" cy="54792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3600" cy="273600"/>
          </a:xfrm>
          <a:prstGeom prst="rect">
            <a:avLst/>
          </a:prstGeom>
          <a:ln>
            <a:noFill/>
          </a:ln>
        </p:spPr>
      </p:pic>
      <p:sp>
        <p:nvSpPr>
          <p:cNvPr id="1679" name="CustomShape 16"/>
          <p:cNvSpPr/>
          <p:nvPr/>
        </p:nvSpPr>
        <p:spPr>
          <a:xfrm>
            <a:off x="8915400" y="483732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86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8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720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920" cy="54792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3600" cy="273600"/>
          </a:xfrm>
          <a:prstGeom prst="rect">
            <a:avLst/>
          </a:prstGeom>
          <a:ln>
            <a:noFill/>
          </a:ln>
        </p:spPr>
      </p:pic>
      <p:sp>
        <p:nvSpPr>
          <p:cNvPr id="1699" name="CustomShape 19"/>
          <p:cNvSpPr/>
          <p:nvPr/>
        </p:nvSpPr>
        <p:spPr>
          <a:xfrm>
            <a:off x="8046720" y="347472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5000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448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72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880" cy="227880"/>
          </a:xfrm>
          <a:prstGeom prst="rect">
            <a:avLst/>
          </a:prstGeom>
          <a:ln>
            <a:noFill/>
          </a:ln>
        </p:spPr>
      </p:pic>
      <p:sp>
        <p:nvSpPr>
          <p:cNvPr id="1712" name="CustomShape 11"/>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3600" cy="273600"/>
          </a:xfrm>
          <a:prstGeom prst="rect">
            <a:avLst/>
          </a:prstGeom>
          <a:ln>
            <a:noFill/>
          </a:ln>
        </p:spPr>
      </p:pic>
      <p:sp>
        <p:nvSpPr>
          <p:cNvPr id="1720"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3600" cy="273600"/>
          </a:xfrm>
          <a:prstGeom prst="rect">
            <a:avLst/>
          </a:prstGeom>
          <a:ln>
            <a:noFill/>
          </a:ln>
        </p:spPr>
      </p:pic>
      <p:sp>
        <p:nvSpPr>
          <p:cNvPr id="1725"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3600" cy="273600"/>
          </a:xfrm>
          <a:prstGeom prst="rect">
            <a:avLst/>
          </a:prstGeom>
          <a:ln>
            <a:noFill/>
          </a:ln>
        </p:spPr>
      </p:pic>
      <p:sp>
        <p:nvSpPr>
          <p:cNvPr id="1730"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3600" cy="273600"/>
          </a:xfrm>
          <a:prstGeom prst="rect">
            <a:avLst/>
          </a:prstGeom>
          <a:ln>
            <a:noFill/>
          </a:ln>
        </p:spPr>
      </p:pic>
      <p:sp>
        <p:nvSpPr>
          <p:cNvPr id="1735" name="CustomShape 19"/>
          <p:cNvSpPr/>
          <p:nvPr/>
        </p:nvSpPr>
        <p:spPr>
          <a:xfrm>
            <a:off x="146304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920" cy="54792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3600" cy="273600"/>
          </a:xfrm>
          <a:prstGeom prst="rect">
            <a:avLst/>
          </a:prstGeom>
          <a:ln>
            <a:noFill/>
          </a:ln>
        </p:spPr>
      </p:pic>
      <p:sp>
        <p:nvSpPr>
          <p:cNvPr id="1740" name="CustomShape 23"/>
          <p:cNvSpPr/>
          <p:nvPr/>
        </p:nvSpPr>
        <p:spPr>
          <a:xfrm>
            <a:off x="525168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920" cy="54792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3600" cy="273600"/>
          </a:xfrm>
          <a:prstGeom prst="rect">
            <a:avLst/>
          </a:prstGeom>
          <a:ln>
            <a:noFill/>
          </a:ln>
        </p:spPr>
      </p:pic>
      <p:sp>
        <p:nvSpPr>
          <p:cNvPr id="1745" name="CustomShape 27"/>
          <p:cNvSpPr/>
          <p:nvPr/>
        </p:nvSpPr>
        <p:spPr>
          <a:xfrm>
            <a:off x="904032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41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84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880" cy="118800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6480" cy="45648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880" cy="227880"/>
          </a:xfrm>
          <a:prstGeom prst="rect">
            <a:avLst/>
          </a:prstGeom>
          <a:ln>
            <a:noFill/>
          </a:ln>
        </p:spPr>
      </p:pic>
      <p:sp>
        <p:nvSpPr>
          <p:cNvPr id="1758" name="CustomShape 11"/>
          <p:cNvSpPr/>
          <p:nvPr/>
        </p:nvSpPr>
        <p:spPr>
          <a:xfrm>
            <a:off x="1371600" y="4937760"/>
            <a:ext cx="1008504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3600" cy="273600"/>
          </a:xfrm>
          <a:prstGeom prst="rect">
            <a:avLst/>
          </a:prstGeom>
          <a:ln>
            <a:noFill/>
          </a:ln>
        </p:spPr>
      </p:pic>
      <p:sp>
        <p:nvSpPr>
          <p:cNvPr id="1766" name="CustomShape 7"/>
          <p:cNvSpPr/>
          <p:nvPr/>
        </p:nvSpPr>
        <p:spPr>
          <a:xfrm>
            <a:off x="146304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920" cy="54792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3600" cy="273600"/>
          </a:xfrm>
          <a:prstGeom prst="rect">
            <a:avLst/>
          </a:prstGeom>
          <a:ln>
            <a:noFill/>
          </a:ln>
        </p:spPr>
      </p:pic>
      <p:sp>
        <p:nvSpPr>
          <p:cNvPr id="1771" name="CustomShape 11"/>
          <p:cNvSpPr/>
          <p:nvPr/>
        </p:nvSpPr>
        <p:spPr>
          <a:xfrm>
            <a:off x="475488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3600" cy="273600"/>
          </a:xfrm>
          <a:prstGeom prst="rect">
            <a:avLst/>
          </a:prstGeom>
          <a:ln>
            <a:noFill/>
          </a:ln>
        </p:spPr>
      </p:pic>
      <p:sp>
        <p:nvSpPr>
          <p:cNvPr id="1776" name="CustomShape 15"/>
          <p:cNvSpPr/>
          <p:nvPr/>
        </p:nvSpPr>
        <p:spPr>
          <a:xfrm>
            <a:off x="146304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920" cy="54792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3600" cy="273600"/>
          </a:xfrm>
          <a:prstGeom prst="rect">
            <a:avLst/>
          </a:prstGeom>
          <a:ln>
            <a:noFill/>
          </a:ln>
        </p:spPr>
      </p:pic>
      <p:sp>
        <p:nvSpPr>
          <p:cNvPr id="1781" name="CustomShape 19"/>
          <p:cNvSpPr/>
          <p:nvPr/>
        </p:nvSpPr>
        <p:spPr>
          <a:xfrm>
            <a:off x="475488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7200" cy="315396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1440" cy="269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7200" cy="114228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6480" cy="45648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880" cy="227880"/>
          </a:xfrm>
          <a:prstGeom prst="rect">
            <a:avLst/>
          </a:prstGeom>
          <a:ln>
            <a:noFill/>
          </a:ln>
        </p:spPr>
      </p:pic>
      <p:sp>
        <p:nvSpPr>
          <p:cNvPr id="1789" name="CustomShape 26"/>
          <p:cNvSpPr/>
          <p:nvPr/>
        </p:nvSpPr>
        <p:spPr>
          <a:xfrm>
            <a:off x="7955280" y="5029200"/>
            <a:ext cx="350136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920" cy="54792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3600" cy="273600"/>
          </a:xfrm>
          <a:prstGeom prst="rect">
            <a:avLst/>
          </a:prstGeom>
          <a:ln>
            <a:noFill/>
          </a:ln>
        </p:spPr>
      </p:pic>
      <p:sp>
        <p:nvSpPr>
          <p:cNvPr id="1800" name="CustomShape 10"/>
          <p:cNvSpPr/>
          <p:nvPr/>
        </p:nvSpPr>
        <p:spPr>
          <a:xfrm>
            <a:off x="8046720" y="160020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920" cy="54792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3600" cy="273600"/>
          </a:xfrm>
          <a:prstGeom prst="rect">
            <a:avLst/>
          </a:prstGeom>
          <a:ln>
            <a:noFill/>
          </a:ln>
        </p:spPr>
      </p:pic>
      <p:sp>
        <p:nvSpPr>
          <p:cNvPr id="1804" name="CustomShape 13"/>
          <p:cNvSpPr/>
          <p:nvPr/>
        </p:nvSpPr>
        <p:spPr>
          <a:xfrm>
            <a:off x="8046720" y="321876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920" cy="54792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3600" cy="273600"/>
          </a:xfrm>
          <a:prstGeom prst="rect">
            <a:avLst/>
          </a:prstGeom>
          <a:ln>
            <a:noFill/>
          </a:ln>
        </p:spPr>
      </p:pic>
      <p:sp>
        <p:nvSpPr>
          <p:cNvPr id="1808" name="CustomShape 16"/>
          <p:cNvSpPr/>
          <p:nvPr/>
        </p:nvSpPr>
        <p:spPr>
          <a:xfrm>
            <a:off x="8046720" y="483732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8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92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3600" cy="273600"/>
          </a:xfrm>
          <a:prstGeom prst="rect">
            <a:avLst/>
          </a:prstGeom>
          <a:ln>
            <a:noFill/>
          </a:ln>
        </p:spPr>
      </p:pic>
      <p:sp>
        <p:nvSpPr>
          <p:cNvPr id="1816"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920" cy="342828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3600" cy="273600"/>
          </a:xfrm>
          <a:prstGeom prst="rect">
            <a:avLst/>
          </a:prstGeom>
          <a:ln>
            <a:noFill/>
          </a:ln>
        </p:spPr>
      </p:pic>
      <p:sp>
        <p:nvSpPr>
          <p:cNvPr id="1821"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880" cy="227880"/>
          </a:xfrm>
          <a:prstGeom prst="rect">
            <a:avLst/>
          </a:prstGeom>
          <a:ln>
            <a:noFill/>
          </a:ln>
        </p:spPr>
      </p:pic>
      <p:sp>
        <p:nvSpPr>
          <p:cNvPr id="1826" name="CustomShape 15"/>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2200" cy="50220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2200" cy="50220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880" cy="227880"/>
          </a:xfrm>
          <a:prstGeom prst="rect">
            <a:avLst/>
          </a:prstGeom>
          <a:ln>
            <a:noFill/>
          </a:ln>
        </p:spPr>
      </p:pic>
      <p:sp>
        <p:nvSpPr>
          <p:cNvPr id="1851" name="CustomShape 24"/>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51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920" cy="54792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3600" cy="273600"/>
          </a:xfrm>
          <a:prstGeom prst="rect">
            <a:avLst/>
          </a:prstGeom>
          <a:ln>
            <a:noFill/>
          </a:ln>
        </p:spPr>
      </p:pic>
      <p:sp>
        <p:nvSpPr>
          <p:cNvPr id="1859" name="CustomShape 7"/>
          <p:cNvSpPr/>
          <p:nvPr/>
        </p:nvSpPr>
        <p:spPr>
          <a:xfrm>
            <a:off x="146304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920" cy="54792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3600" cy="273600"/>
          </a:xfrm>
          <a:prstGeom prst="rect">
            <a:avLst/>
          </a:prstGeom>
          <a:ln>
            <a:noFill/>
          </a:ln>
        </p:spPr>
      </p:pic>
      <p:sp>
        <p:nvSpPr>
          <p:cNvPr id="1863" name="CustomShape 10"/>
          <p:cNvSpPr/>
          <p:nvPr/>
        </p:nvSpPr>
        <p:spPr>
          <a:xfrm>
            <a:off x="714600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920" cy="54792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3600" cy="273600"/>
          </a:xfrm>
          <a:prstGeom prst="rect">
            <a:avLst/>
          </a:prstGeom>
          <a:ln>
            <a:noFill/>
          </a:ln>
        </p:spPr>
      </p:pic>
      <p:sp>
        <p:nvSpPr>
          <p:cNvPr id="1867" name="CustomShape 13"/>
          <p:cNvSpPr/>
          <p:nvPr/>
        </p:nvSpPr>
        <p:spPr>
          <a:xfrm>
            <a:off x="146304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920" cy="54792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3600" cy="273600"/>
          </a:xfrm>
          <a:prstGeom prst="rect">
            <a:avLst/>
          </a:prstGeom>
          <a:ln>
            <a:noFill/>
          </a:ln>
        </p:spPr>
      </p:pic>
      <p:sp>
        <p:nvSpPr>
          <p:cNvPr id="1871" name="CustomShape 16"/>
          <p:cNvSpPr/>
          <p:nvPr/>
        </p:nvSpPr>
        <p:spPr>
          <a:xfrm>
            <a:off x="714600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880" cy="227880"/>
          </a:xfrm>
          <a:prstGeom prst="rect">
            <a:avLst/>
          </a:prstGeom>
          <a:ln>
            <a:noFill/>
          </a:ln>
        </p:spPr>
      </p:pic>
      <p:sp>
        <p:nvSpPr>
          <p:cNvPr id="1875" name="CustomShape 19"/>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9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920" cy="54792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920" cy="54792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920" cy="54792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920" cy="54792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73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920" cy="54792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920" cy="54792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920" cy="54792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456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80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880" cy="227880"/>
          </a:xfrm>
          <a:prstGeom prst="rect">
            <a:avLst/>
          </a:prstGeom>
          <a:ln>
            <a:noFill/>
          </a:ln>
        </p:spPr>
      </p:pic>
      <p:sp>
        <p:nvSpPr>
          <p:cNvPr id="1921" name="CustomShape 22"/>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50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5680" cy="246816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920" cy="54792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3600" cy="273600"/>
          </a:xfrm>
          <a:prstGeom prst="rect">
            <a:avLst/>
          </a:prstGeom>
          <a:ln>
            <a:noFill/>
          </a:ln>
        </p:spPr>
      </p:pic>
      <p:sp>
        <p:nvSpPr>
          <p:cNvPr id="1932" name="CustomShape 10"/>
          <p:cNvSpPr/>
          <p:nvPr/>
        </p:nvSpPr>
        <p:spPr>
          <a:xfrm>
            <a:off x="8778240" y="1828800"/>
            <a:ext cx="2632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8480" cy="12794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5680" cy="182808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6480" cy="45648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880" cy="227880"/>
          </a:xfrm>
          <a:prstGeom prst="rect">
            <a:avLst/>
          </a:prstGeom>
          <a:ln>
            <a:noFill/>
          </a:ln>
        </p:spPr>
      </p:pic>
      <p:sp>
        <p:nvSpPr>
          <p:cNvPr id="1937" name="CustomShape 14"/>
          <p:cNvSpPr/>
          <p:nvPr/>
        </p:nvSpPr>
        <p:spPr>
          <a:xfrm>
            <a:off x="8686800" y="4343400"/>
            <a:ext cx="2769840" cy="1828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70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400080" cy="297108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920" cy="54792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3600" cy="273600"/>
          </a:xfrm>
          <a:prstGeom prst="rect">
            <a:avLst/>
          </a:prstGeom>
          <a:ln>
            <a:noFill/>
          </a:ln>
        </p:spPr>
      </p:pic>
      <p:sp>
        <p:nvSpPr>
          <p:cNvPr id="1957" name="CustomShape 19"/>
          <p:cNvSpPr/>
          <p:nvPr/>
        </p:nvSpPr>
        <p:spPr>
          <a:xfrm>
            <a:off x="1463040" y="3429000"/>
            <a:ext cx="52570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88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760" cy="297108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920" cy="54792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3600" cy="273600"/>
          </a:xfrm>
          <a:prstGeom prst="rect">
            <a:avLst/>
          </a:prstGeom>
          <a:ln>
            <a:noFill/>
          </a:ln>
        </p:spPr>
      </p:pic>
      <p:sp>
        <p:nvSpPr>
          <p:cNvPr id="1962" name="CustomShape 23"/>
          <p:cNvSpPr/>
          <p:nvPr/>
        </p:nvSpPr>
        <p:spPr>
          <a:xfrm>
            <a:off x="8138160" y="3429000"/>
            <a:ext cx="32727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856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920" cy="54792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3600" cy="273600"/>
          </a:xfrm>
          <a:prstGeom prst="rect">
            <a:avLst/>
          </a:prstGeom>
          <a:ln>
            <a:noFill/>
          </a:ln>
        </p:spPr>
      </p:pic>
      <p:sp>
        <p:nvSpPr>
          <p:cNvPr id="1971" name="CustomShape 7"/>
          <p:cNvSpPr/>
          <p:nvPr/>
        </p:nvSpPr>
        <p:spPr>
          <a:xfrm>
            <a:off x="146304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920" cy="54792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3600" cy="273600"/>
          </a:xfrm>
          <a:prstGeom prst="rect">
            <a:avLst/>
          </a:prstGeom>
          <a:ln>
            <a:noFill/>
          </a:ln>
        </p:spPr>
      </p:pic>
      <p:sp>
        <p:nvSpPr>
          <p:cNvPr id="1975" name="CustomShape 10"/>
          <p:cNvSpPr/>
          <p:nvPr/>
        </p:nvSpPr>
        <p:spPr>
          <a:xfrm>
            <a:off x="714600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920" cy="54792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3600" cy="273600"/>
          </a:xfrm>
          <a:prstGeom prst="rect">
            <a:avLst/>
          </a:prstGeom>
          <a:ln>
            <a:noFill/>
          </a:ln>
        </p:spPr>
      </p:pic>
      <p:sp>
        <p:nvSpPr>
          <p:cNvPr id="1979" name="CustomShape 13"/>
          <p:cNvSpPr/>
          <p:nvPr/>
        </p:nvSpPr>
        <p:spPr>
          <a:xfrm>
            <a:off x="146304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920" cy="54792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3600" cy="273600"/>
          </a:xfrm>
          <a:prstGeom prst="rect">
            <a:avLst/>
          </a:prstGeom>
          <a:ln>
            <a:noFill/>
          </a:ln>
        </p:spPr>
      </p:pic>
      <p:sp>
        <p:nvSpPr>
          <p:cNvPr id="1983" name="CustomShape 16"/>
          <p:cNvSpPr/>
          <p:nvPr/>
        </p:nvSpPr>
        <p:spPr>
          <a:xfrm>
            <a:off x="714600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920" cy="54792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3600" cy="273600"/>
          </a:xfrm>
          <a:prstGeom prst="rect">
            <a:avLst/>
          </a:prstGeom>
          <a:ln>
            <a:noFill/>
          </a:ln>
        </p:spPr>
      </p:pic>
      <p:sp>
        <p:nvSpPr>
          <p:cNvPr id="1987" name="CustomShape 19"/>
          <p:cNvSpPr/>
          <p:nvPr/>
        </p:nvSpPr>
        <p:spPr>
          <a:xfrm>
            <a:off x="146304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920" cy="54792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3600" cy="273600"/>
          </a:xfrm>
          <a:prstGeom prst="rect">
            <a:avLst/>
          </a:prstGeom>
          <a:ln>
            <a:noFill/>
          </a:ln>
        </p:spPr>
      </p:pic>
      <p:sp>
        <p:nvSpPr>
          <p:cNvPr id="1991" name="CustomShape 22"/>
          <p:cNvSpPr/>
          <p:nvPr/>
        </p:nvSpPr>
        <p:spPr>
          <a:xfrm>
            <a:off x="714600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920" cy="54792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3600" cy="273600"/>
          </a:xfrm>
          <a:prstGeom prst="rect">
            <a:avLst/>
          </a:prstGeom>
          <a:ln>
            <a:noFill/>
          </a:ln>
        </p:spPr>
      </p:pic>
      <p:sp>
        <p:nvSpPr>
          <p:cNvPr id="1995" name="CustomShape 25"/>
          <p:cNvSpPr/>
          <p:nvPr/>
        </p:nvSpPr>
        <p:spPr>
          <a:xfrm>
            <a:off x="146304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920" cy="54792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3600" cy="273600"/>
          </a:xfrm>
          <a:prstGeom prst="rect">
            <a:avLst/>
          </a:prstGeom>
          <a:ln>
            <a:noFill/>
          </a:ln>
        </p:spPr>
      </p:pic>
      <p:sp>
        <p:nvSpPr>
          <p:cNvPr id="1999" name="CustomShape 28"/>
          <p:cNvSpPr/>
          <p:nvPr/>
        </p:nvSpPr>
        <p:spPr>
          <a:xfrm>
            <a:off x="714600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9320" cy="319320"/>
          </a:xfrm>
          <a:prstGeom prst="rect">
            <a:avLst/>
          </a:prstGeom>
          <a:ln>
            <a:noFill/>
          </a:ln>
        </p:spPr>
      </p:pic>
      <p:sp>
        <p:nvSpPr>
          <p:cNvPr id="2004"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9320" cy="319320"/>
          </a:xfrm>
          <a:prstGeom prst="rect">
            <a:avLst/>
          </a:prstGeom>
          <a:ln>
            <a:noFill/>
          </a:ln>
        </p:spPr>
      </p:pic>
      <p:sp>
        <p:nvSpPr>
          <p:cNvPr id="2009"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9320" cy="319320"/>
          </a:xfrm>
          <a:prstGeom prst="rect">
            <a:avLst/>
          </a:prstGeom>
          <a:ln>
            <a:noFill/>
          </a:ln>
        </p:spPr>
      </p:pic>
      <p:sp>
        <p:nvSpPr>
          <p:cNvPr id="2014"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9320" cy="319320"/>
          </a:xfrm>
          <a:prstGeom prst="rect">
            <a:avLst/>
          </a:prstGeom>
          <a:ln>
            <a:noFill/>
          </a:ln>
        </p:spPr>
      </p:pic>
      <p:sp>
        <p:nvSpPr>
          <p:cNvPr id="2019"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81</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2026-10-19T17:51:22Z</dcterms:modified>
  <cp:revision>9</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