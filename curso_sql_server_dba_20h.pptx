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34E24546-A2A3-418F-81EC-BB3ECF6DCE12}"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4600" cy="3084480"/>
          </a:xfrm>
          <a:prstGeom prst="rect">
            <a:avLst/>
          </a:prstGeom>
        </p:spPr>
      </p:sp>
      <p:sp>
        <p:nvSpPr>
          <p:cNvPr id="202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492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492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492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492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456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CE667E-E387-450B-9800-EFD18C3246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4600" cy="3084480"/>
          </a:xfrm>
          <a:prstGeom prst="rect">
            <a:avLst/>
          </a:prstGeom>
        </p:spPr>
      </p:sp>
      <p:sp>
        <p:nvSpPr>
          <p:cNvPr id="202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492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492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492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492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492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94EA20-3A6F-4824-B178-1668C3834F6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4600" cy="3084480"/>
          </a:xfrm>
          <a:prstGeom prst="rect">
            <a:avLst/>
          </a:prstGeom>
        </p:spPr>
      </p:sp>
      <p:sp>
        <p:nvSpPr>
          <p:cNvPr id="203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492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492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492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492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492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456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49270C3-C0ED-4969-B230-61A50791647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4600" cy="3084480"/>
          </a:xfrm>
          <a:prstGeom prst="rect">
            <a:avLst/>
          </a:prstGeom>
        </p:spPr>
      </p:sp>
      <p:sp>
        <p:nvSpPr>
          <p:cNvPr id="203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492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492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492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492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492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492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456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BE56420-49D9-4130-9794-71A66F508F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4600" cy="3084480"/>
          </a:xfrm>
          <a:prstGeom prst="rect">
            <a:avLst/>
          </a:prstGeom>
        </p:spPr>
      </p:sp>
      <p:sp>
        <p:nvSpPr>
          <p:cNvPr id="203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492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56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F36E68B-BB85-405D-B348-1CE594FB87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4600" cy="3084480"/>
          </a:xfrm>
          <a:prstGeom prst="rect">
            <a:avLst/>
          </a:prstGeom>
        </p:spPr>
      </p:sp>
      <p:sp>
        <p:nvSpPr>
          <p:cNvPr id="203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492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492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492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492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492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4B0A057-33AA-4B69-8D00-BC312B23D78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4600" cy="3084480"/>
          </a:xfrm>
          <a:prstGeom prst="rect">
            <a:avLst/>
          </a:prstGeom>
        </p:spPr>
      </p:sp>
      <p:sp>
        <p:nvSpPr>
          <p:cNvPr id="204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492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492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492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492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492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456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E422B3-C116-4385-B210-B60AB3FF6A6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4600" cy="3084480"/>
          </a:xfrm>
          <a:prstGeom prst="rect">
            <a:avLst/>
          </a:prstGeom>
        </p:spPr>
      </p:sp>
      <p:sp>
        <p:nvSpPr>
          <p:cNvPr id="204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492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492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492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492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5DE51E3-9149-4679-ABCE-709E0F6B3DD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4600" cy="3084480"/>
          </a:xfrm>
          <a:prstGeom prst="rect">
            <a:avLst/>
          </a:prstGeom>
        </p:spPr>
      </p:sp>
      <p:sp>
        <p:nvSpPr>
          <p:cNvPr id="204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492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492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492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492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492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56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C6A1EE5-9FD9-48AD-BF1C-15349D6F01A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4600" cy="3084480"/>
          </a:xfrm>
          <a:prstGeom prst="rect">
            <a:avLst/>
          </a:prstGeom>
        </p:spPr>
      </p:sp>
      <p:sp>
        <p:nvSpPr>
          <p:cNvPr id="205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492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492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492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492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AC1C2AC-AF86-46E8-B1DF-1E559649D85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4600" cy="3084480"/>
          </a:xfrm>
          <a:prstGeom prst="rect">
            <a:avLst/>
          </a:prstGeom>
        </p:spPr>
      </p:sp>
      <p:sp>
        <p:nvSpPr>
          <p:cNvPr id="205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492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492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492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492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AC2583F-BFF1-4796-A2AF-840B553C8C3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4600" cy="3084480"/>
          </a:xfrm>
          <a:prstGeom prst="rect">
            <a:avLst/>
          </a:prstGeom>
        </p:spPr>
      </p:sp>
      <p:sp>
        <p:nvSpPr>
          <p:cNvPr id="205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492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492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492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492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C29CFA3-86CA-4130-B673-ECD49419BED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4600" cy="3084480"/>
          </a:xfrm>
          <a:prstGeom prst="rect">
            <a:avLst/>
          </a:prstGeom>
        </p:spPr>
      </p:sp>
      <p:sp>
        <p:nvSpPr>
          <p:cNvPr id="206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492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492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492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492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492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6AF3874-F60E-4AA1-974E-2A91ACC9467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4600" cy="3084480"/>
          </a:xfrm>
          <a:prstGeom prst="rect">
            <a:avLst/>
          </a:prstGeom>
        </p:spPr>
      </p:sp>
      <p:sp>
        <p:nvSpPr>
          <p:cNvPr id="206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492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492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492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492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492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456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B86D9EC-FEE7-49BA-9C82-63C7A89E314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4600" cy="3084480"/>
          </a:xfrm>
          <a:prstGeom prst="rect">
            <a:avLst/>
          </a:prstGeom>
        </p:spPr>
      </p:sp>
      <p:sp>
        <p:nvSpPr>
          <p:cNvPr id="206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492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492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492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492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492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31D5EAC-A52D-416A-89D1-19590D2DBAF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4600" cy="3084480"/>
          </a:xfrm>
          <a:prstGeom prst="rect">
            <a:avLst/>
          </a:prstGeom>
        </p:spPr>
      </p:sp>
      <p:sp>
        <p:nvSpPr>
          <p:cNvPr id="206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492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492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492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492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456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FBA9F1C-E0F5-4609-9D15-EA80DC5497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4600" cy="3084480"/>
          </a:xfrm>
          <a:prstGeom prst="rect">
            <a:avLst/>
          </a:prstGeom>
        </p:spPr>
      </p:sp>
      <p:sp>
        <p:nvSpPr>
          <p:cNvPr id="207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492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492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492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492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D57818F-7B2D-4249-B298-1092D15A8F0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4600" cy="3084480"/>
          </a:xfrm>
          <a:prstGeom prst="rect">
            <a:avLst/>
          </a:prstGeom>
        </p:spPr>
      </p:sp>
      <p:sp>
        <p:nvSpPr>
          <p:cNvPr id="207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492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492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492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492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492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492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492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456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B9A004-C302-4F1C-96F5-487EF1F6975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4600" cy="3084480"/>
          </a:xfrm>
          <a:prstGeom prst="rect">
            <a:avLst/>
          </a:prstGeom>
        </p:spPr>
      </p:sp>
      <p:sp>
        <p:nvSpPr>
          <p:cNvPr id="207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492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492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492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456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3E35D5F-8C02-413D-A20D-FD767A4A6C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4600" cy="3084480"/>
          </a:xfrm>
          <a:prstGeom prst="rect">
            <a:avLst/>
          </a:prstGeom>
        </p:spPr>
      </p:sp>
      <p:sp>
        <p:nvSpPr>
          <p:cNvPr id="208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492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492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492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492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492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492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456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6E0B71F-FEED-40A2-B975-255714912BE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4600" cy="3084480"/>
          </a:xfrm>
          <a:prstGeom prst="rect">
            <a:avLst/>
          </a:prstGeom>
        </p:spPr>
      </p:sp>
      <p:sp>
        <p:nvSpPr>
          <p:cNvPr id="208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492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492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492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492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492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456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C9A45DF-306E-4678-97B2-EFEE0949556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4600" cy="3084480"/>
          </a:xfrm>
          <a:prstGeom prst="rect">
            <a:avLst/>
          </a:prstGeom>
        </p:spPr>
      </p:sp>
      <p:sp>
        <p:nvSpPr>
          <p:cNvPr id="208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492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492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492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492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492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456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2DB8081-FE04-4683-8D7B-914247BA9CA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4600" cy="3084480"/>
          </a:xfrm>
          <a:prstGeom prst="rect">
            <a:avLst/>
          </a:prstGeom>
        </p:spPr>
      </p:sp>
      <p:sp>
        <p:nvSpPr>
          <p:cNvPr id="209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492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492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492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492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492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492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35C7CE5-C997-446D-A631-3CBEEF10170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4600" cy="3084480"/>
          </a:xfrm>
          <a:prstGeom prst="rect">
            <a:avLst/>
          </a:prstGeom>
        </p:spPr>
      </p:sp>
      <p:sp>
        <p:nvSpPr>
          <p:cNvPr id="209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492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492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492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492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492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492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456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E66BC3-36E8-4E96-9B15-4CCC7DBC186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4600" cy="3084480"/>
          </a:xfrm>
          <a:prstGeom prst="rect">
            <a:avLst/>
          </a:prstGeom>
        </p:spPr>
      </p:sp>
      <p:sp>
        <p:nvSpPr>
          <p:cNvPr id="209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492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492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492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492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492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456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18F477E-7985-4D4D-B564-250E45BC4DA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4600" cy="3084480"/>
          </a:xfrm>
          <a:prstGeom prst="rect">
            <a:avLst/>
          </a:prstGeom>
        </p:spPr>
      </p:sp>
      <p:sp>
        <p:nvSpPr>
          <p:cNvPr id="209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492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492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492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492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492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456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0355CFC-4880-4231-9F25-1C27CD0AECC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4600" cy="3084480"/>
          </a:xfrm>
          <a:prstGeom prst="rect">
            <a:avLst/>
          </a:prstGeom>
        </p:spPr>
      </p:sp>
      <p:sp>
        <p:nvSpPr>
          <p:cNvPr id="210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492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492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492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492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492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492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44E4F72-8C78-4B1F-90AA-41DA10BCB4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4600" cy="3084480"/>
          </a:xfrm>
          <a:prstGeom prst="rect">
            <a:avLst/>
          </a:prstGeom>
        </p:spPr>
      </p:sp>
      <p:sp>
        <p:nvSpPr>
          <p:cNvPr id="210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492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492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492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492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492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AC6F526-D3E5-423C-B32A-C38D215C67C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4600" cy="3084480"/>
          </a:xfrm>
          <a:prstGeom prst="rect">
            <a:avLst/>
          </a:prstGeom>
        </p:spPr>
      </p:sp>
      <p:sp>
        <p:nvSpPr>
          <p:cNvPr id="210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492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492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492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492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492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492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456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0BA5765-69E3-4291-9EFC-1A18554BFC5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4600" cy="3084480"/>
          </a:xfrm>
          <a:prstGeom prst="rect">
            <a:avLst/>
          </a:prstGeom>
        </p:spPr>
      </p:sp>
      <p:sp>
        <p:nvSpPr>
          <p:cNvPr id="211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492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492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492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492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492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492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456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DB4B3B6-80C5-46B0-9D3F-6D75595C5C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4600" cy="3084480"/>
          </a:xfrm>
          <a:prstGeom prst="rect">
            <a:avLst/>
          </a:prstGeom>
        </p:spPr>
      </p:sp>
      <p:sp>
        <p:nvSpPr>
          <p:cNvPr id="211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492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492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492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492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492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492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456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BA8236D-95F3-4923-9C2D-755207E8839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4600" cy="3084480"/>
          </a:xfrm>
          <a:prstGeom prst="rect">
            <a:avLst/>
          </a:prstGeom>
        </p:spPr>
      </p:sp>
      <p:sp>
        <p:nvSpPr>
          <p:cNvPr id="211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492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492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492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492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492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492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456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203DB0-CCD4-4783-A7D8-5CEAFBB571B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4600" cy="3084480"/>
          </a:xfrm>
          <a:prstGeom prst="rect">
            <a:avLst/>
          </a:prstGeom>
        </p:spPr>
      </p:sp>
      <p:sp>
        <p:nvSpPr>
          <p:cNvPr id="212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492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492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492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492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492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492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492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456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0410BF-0B73-4BC6-A611-C17684CAA13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4600" cy="3084480"/>
          </a:xfrm>
          <a:prstGeom prst="rect">
            <a:avLst/>
          </a:prstGeom>
        </p:spPr>
      </p:sp>
      <p:sp>
        <p:nvSpPr>
          <p:cNvPr id="212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492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492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492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492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492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492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492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492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492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DA8FDFB-1327-440A-9810-B32E18CA2CA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4600" cy="3084480"/>
          </a:xfrm>
          <a:prstGeom prst="rect">
            <a:avLst/>
          </a:prstGeom>
        </p:spPr>
      </p:sp>
      <p:sp>
        <p:nvSpPr>
          <p:cNvPr id="212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492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492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492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492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492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492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81E3C40-69A4-46C3-8910-865BF4D1ED5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4600" cy="3084480"/>
          </a:xfrm>
          <a:prstGeom prst="rect">
            <a:avLst/>
          </a:prstGeom>
        </p:spPr>
      </p:sp>
      <p:sp>
        <p:nvSpPr>
          <p:cNvPr id="212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492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492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492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492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492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492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456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4BE01FB-41B5-40BD-80BE-17129EDCED4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4600" cy="3084480"/>
          </a:xfrm>
          <a:prstGeom prst="rect">
            <a:avLst/>
          </a:prstGeom>
        </p:spPr>
      </p:sp>
      <p:sp>
        <p:nvSpPr>
          <p:cNvPr id="213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492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492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492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492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492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492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456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B5D41FB-F297-45D8-BF1F-9DF6BB52D66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4600" cy="3084480"/>
          </a:xfrm>
          <a:prstGeom prst="rect">
            <a:avLst/>
          </a:prstGeom>
        </p:spPr>
      </p:sp>
      <p:sp>
        <p:nvSpPr>
          <p:cNvPr id="213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492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492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492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492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492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492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456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C719117-A0BC-4114-B8C4-94BBA7B7CE6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4600" cy="3084480"/>
          </a:xfrm>
          <a:prstGeom prst="rect">
            <a:avLst/>
          </a:prstGeom>
        </p:spPr>
      </p:sp>
      <p:sp>
        <p:nvSpPr>
          <p:cNvPr id="213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492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492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492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492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492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492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456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FBF056C-0CC2-492A-AD46-2F485371C55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4600" cy="3084480"/>
          </a:xfrm>
          <a:prstGeom prst="rect">
            <a:avLst/>
          </a:prstGeom>
        </p:spPr>
      </p:sp>
      <p:sp>
        <p:nvSpPr>
          <p:cNvPr id="214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492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492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492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492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492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492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456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70A7CBC-1A1B-4754-B3AE-D485515572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4600" cy="3084480"/>
          </a:xfrm>
          <a:prstGeom prst="rect">
            <a:avLst/>
          </a:prstGeom>
        </p:spPr>
      </p:sp>
      <p:sp>
        <p:nvSpPr>
          <p:cNvPr id="214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492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492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492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492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456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5CD2DF1-1315-48AC-807A-BFEFBEDA87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4600" cy="3084480"/>
          </a:xfrm>
          <a:prstGeom prst="rect">
            <a:avLst/>
          </a:prstGeom>
        </p:spPr>
      </p:sp>
      <p:sp>
        <p:nvSpPr>
          <p:cNvPr id="214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492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492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492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492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492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492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492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492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DC678B9-795C-439F-8927-EB84D727B8F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4600" cy="3084480"/>
          </a:xfrm>
          <a:prstGeom prst="rect">
            <a:avLst/>
          </a:prstGeom>
        </p:spPr>
      </p:sp>
      <p:sp>
        <p:nvSpPr>
          <p:cNvPr id="215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492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492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492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492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456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84716D9-B3E6-4AD9-A40E-6658FED56E2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4600" cy="3084480"/>
          </a:xfrm>
          <a:prstGeom prst="rect">
            <a:avLst/>
          </a:prstGeom>
        </p:spPr>
      </p:sp>
      <p:sp>
        <p:nvSpPr>
          <p:cNvPr id="215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492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492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492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492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277DF62-D8D4-49E5-9978-1E71ADA8027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4600" cy="3084480"/>
          </a:xfrm>
          <a:prstGeom prst="rect">
            <a:avLst/>
          </a:prstGeom>
        </p:spPr>
      </p:sp>
      <p:sp>
        <p:nvSpPr>
          <p:cNvPr id="215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492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492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492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492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492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456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40E7DD1-6468-414F-834A-6B7F94E7D2B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4600" cy="3084480"/>
          </a:xfrm>
          <a:prstGeom prst="rect">
            <a:avLst/>
          </a:prstGeom>
        </p:spPr>
      </p:sp>
      <p:sp>
        <p:nvSpPr>
          <p:cNvPr id="215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492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492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492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492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492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456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7F0A64A-38BB-4CA7-8239-1E4063C2459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4600" cy="3084480"/>
          </a:xfrm>
          <a:prstGeom prst="rect">
            <a:avLst/>
          </a:prstGeom>
        </p:spPr>
      </p:sp>
      <p:sp>
        <p:nvSpPr>
          <p:cNvPr id="216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492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492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492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456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BB06ACA-6322-492C-BFEA-BB18F478386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4600" cy="3084480"/>
          </a:xfrm>
          <a:prstGeom prst="rect">
            <a:avLst/>
          </a:prstGeom>
        </p:spPr>
      </p:sp>
      <p:sp>
        <p:nvSpPr>
          <p:cNvPr id="216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492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492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492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492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456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76D022C-B99F-4942-8B23-F5ADEA65E5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4600" cy="3084480"/>
          </a:xfrm>
          <a:prstGeom prst="rect">
            <a:avLst/>
          </a:prstGeom>
        </p:spPr>
      </p:sp>
      <p:sp>
        <p:nvSpPr>
          <p:cNvPr id="216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492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492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492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492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492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456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7EA512-157E-4BE9-9DF2-CEF4D462BB1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4600" cy="3084480"/>
          </a:xfrm>
          <a:prstGeom prst="rect">
            <a:avLst/>
          </a:prstGeom>
        </p:spPr>
      </p:sp>
      <p:sp>
        <p:nvSpPr>
          <p:cNvPr id="217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492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492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492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492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492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456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0A34E6B-9098-4B7B-A3E9-3187809297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4600" cy="3084480"/>
          </a:xfrm>
          <a:prstGeom prst="rect">
            <a:avLst/>
          </a:prstGeom>
        </p:spPr>
      </p:sp>
      <p:sp>
        <p:nvSpPr>
          <p:cNvPr id="217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492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492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492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492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492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74510DA-12D3-4CEA-B5ED-76293AD5740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4600" cy="3084480"/>
          </a:xfrm>
          <a:prstGeom prst="rect">
            <a:avLst/>
          </a:prstGeom>
        </p:spPr>
      </p:sp>
      <p:sp>
        <p:nvSpPr>
          <p:cNvPr id="217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492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492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492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492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456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B2F5C8D-5883-4448-B486-81F4B129AF5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4600" cy="3084480"/>
          </a:xfrm>
          <a:prstGeom prst="rect">
            <a:avLst/>
          </a:prstGeom>
        </p:spPr>
      </p:sp>
      <p:sp>
        <p:nvSpPr>
          <p:cNvPr id="218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492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492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492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492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492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456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3557B91-2921-4C3B-971D-86CDEF26E32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4600" cy="3084480"/>
          </a:xfrm>
          <a:prstGeom prst="rect">
            <a:avLst/>
          </a:prstGeom>
        </p:spPr>
      </p:sp>
      <p:sp>
        <p:nvSpPr>
          <p:cNvPr id="218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492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492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492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492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492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D4CFDA4-0079-49F9-9C53-235EE179BE0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4600" cy="3084480"/>
          </a:xfrm>
          <a:prstGeom prst="rect">
            <a:avLst/>
          </a:prstGeom>
        </p:spPr>
      </p:sp>
      <p:sp>
        <p:nvSpPr>
          <p:cNvPr id="218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492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492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492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492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492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456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FD24FB-AC1A-4B55-A391-C8E5F0AFEA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4600" cy="3084480"/>
          </a:xfrm>
          <a:prstGeom prst="rect">
            <a:avLst/>
          </a:prstGeom>
        </p:spPr>
      </p:sp>
      <p:sp>
        <p:nvSpPr>
          <p:cNvPr id="218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492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492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492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492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456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0D4E70-A15B-4D9B-957D-0BAF64836E3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4600" cy="3084480"/>
          </a:xfrm>
          <a:prstGeom prst="rect">
            <a:avLst/>
          </a:prstGeom>
        </p:spPr>
      </p:sp>
      <p:sp>
        <p:nvSpPr>
          <p:cNvPr id="219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492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492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492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492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492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492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456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CB6BF09-B9C4-4BC0-9382-22BFB44C8DB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4600" cy="3084480"/>
          </a:xfrm>
          <a:prstGeom prst="rect">
            <a:avLst/>
          </a:prstGeom>
        </p:spPr>
      </p:sp>
      <p:sp>
        <p:nvSpPr>
          <p:cNvPr id="219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492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492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492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492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492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492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492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492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492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492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492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492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0E882D7-4C07-4B97-9ECC-E46E0D5F33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4600" cy="3084480"/>
          </a:xfrm>
          <a:prstGeom prst="rect">
            <a:avLst/>
          </a:prstGeom>
        </p:spPr>
      </p:sp>
      <p:sp>
        <p:nvSpPr>
          <p:cNvPr id="219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492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492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492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492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492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492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492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492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492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4592AB9-0F0B-477C-9F14-FAEC03ED4C8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4600" cy="3084480"/>
          </a:xfrm>
          <a:prstGeom prst="rect">
            <a:avLst/>
          </a:prstGeom>
        </p:spPr>
      </p:sp>
      <p:sp>
        <p:nvSpPr>
          <p:cNvPr id="220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492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492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492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492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492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492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492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492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492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CFEB960-F6C1-4BBB-929F-FCEB9FA57B9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4600" cy="3084480"/>
          </a:xfrm>
          <a:prstGeom prst="rect">
            <a:avLst/>
          </a:prstGeom>
        </p:spPr>
      </p:sp>
      <p:sp>
        <p:nvSpPr>
          <p:cNvPr id="220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492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492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492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492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DA70B7B-7B76-4E27-92DC-843E6D9982D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4600" cy="3084480"/>
          </a:xfrm>
          <a:prstGeom prst="rect">
            <a:avLst/>
          </a:prstGeom>
        </p:spPr>
      </p:sp>
      <p:sp>
        <p:nvSpPr>
          <p:cNvPr id="220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492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492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492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492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456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5DA0F69-A47F-4801-B323-5B54DF3A9B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4600" cy="3084480"/>
          </a:xfrm>
          <a:prstGeom prst="rect">
            <a:avLst/>
          </a:prstGeom>
        </p:spPr>
      </p:sp>
      <p:sp>
        <p:nvSpPr>
          <p:cNvPr id="221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492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492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492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492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492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456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7044801-CA84-4CDC-AC35-961E267E484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4600" cy="3084480"/>
          </a:xfrm>
          <a:prstGeom prst="rect">
            <a:avLst/>
          </a:prstGeom>
        </p:spPr>
      </p:sp>
      <p:sp>
        <p:nvSpPr>
          <p:cNvPr id="221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492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492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492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492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492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492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456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ECD8E2B-ABFA-4DE5-90EF-2523233B4DA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4600" cy="3084480"/>
          </a:xfrm>
          <a:prstGeom prst="rect">
            <a:avLst/>
          </a:prstGeom>
        </p:spPr>
      </p:sp>
      <p:sp>
        <p:nvSpPr>
          <p:cNvPr id="221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492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492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492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492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492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492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492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456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B2FC650-4BDE-4527-B071-9061F8C6389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4600" cy="3084480"/>
          </a:xfrm>
          <a:prstGeom prst="rect">
            <a:avLst/>
          </a:prstGeom>
        </p:spPr>
      </p:sp>
      <p:sp>
        <p:nvSpPr>
          <p:cNvPr id="221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492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492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492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492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492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456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334CDA1-2E56-4EA7-B4F5-75D3CB73D14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4600" cy="3084480"/>
          </a:xfrm>
          <a:prstGeom prst="rect">
            <a:avLst/>
          </a:prstGeom>
        </p:spPr>
      </p:sp>
      <p:sp>
        <p:nvSpPr>
          <p:cNvPr id="222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492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492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492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492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492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492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492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456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4F2DA43-80ED-406A-BDEB-B969955F5E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4600" cy="3084480"/>
          </a:xfrm>
          <a:prstGeom prst="rect">
            <a:avLst/>
          </a:prstGeom>
        </p:spPr>
      </p:sp>
      <p:sp>
        <p:nvSpPr>
          <p:cNvPr id="222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492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492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492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492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492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456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9668680-096C-48D7-9C70-FA59A0B7258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4600" cy="3084480"/>
          </a:xfrm>
          <a:prstGeom prst="rect">
            <a:avLst/>
          </a:prstGeom>
        </p:spPr>
      </p:sp>
      <p:sp>
        <p:nvSpPr>
          <p:cNvPr id="222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492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492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492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492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492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456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CC404E6-2865-4732-A22F-1A008E9AB0E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4600" cy="3084480"/>
          </a:xfrm>
          <a:prstGeom prst="rect">
            <a:avLst/>
          </a:prstGeom>
        </p:spPr>
      </p:sp>
      <p:sp>
        <p:nvSpPr>
          <p:cNvPr id="223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492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492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492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492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492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492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456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ED5ECD-09A7-4AA2-8A31-DB41A98928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4600" cy="3084480"/>
          </a:xfrm>
          <a:prstGeom prst="rect">
            <a:avLst/>
          </a:prstGeom>
        </p:spPr>
      </p:sp>
      <p:sp>
        <p:nvSpPr>
          <p:cNvPr id="223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492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492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492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492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492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492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456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953C8D4-A86B-43C5-858C-FD9FD0D3AF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4600" cy="3084480"/>
          </a:xfrm>
          <a:prstGeom prst="rect">
            <a:avLst/>
          </a:prstGeom>
        </p:spPr>
      </p:sp>
      <p:sp>
        <p:nvSpPr>
          <p:cNvPr id="223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492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492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492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492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492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456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CED439A-24CC-4CE0-91CA-61614353B6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4600" cy="3084480"/>
          </a:xfrm>
          <a:prstGeom prst="rect">
            <a:avLst/>
          </a:prstGeom>
        </p:spPr>
      </p:sp>
      <p:sp>
        <p:nvSpPr>
          <p:cNvPr id="2240"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492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492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492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492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492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456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1BE2230-AC81-4C80-B9CB-3DE64898095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4600" cy="3084480"/>
          </a:xfrm>
          <a:prstGeom prst="rect">
            <a:avLst/>
          </a:prstGeom>
        </p:spPr>
      </p:sp>
      <p:sp>
        <p:nvSpPr>
          <p:cNvPr id="2243"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492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492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492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492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492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456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57756C0-6688-4620-935D-52BE2736A59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4600" cy="3084480"/>
          </a:xfrm>
          <a:prstGeom prst="rect">
            <a:avLst/>
          </a:prstGeom>
        </p:spPr>
      </p:sp>
      <p:sp>
        <p:nvSpPr>
          <p:cNvPr id="2246"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492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492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492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492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456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BBF444-534F-46A3-9F74-A13FD4CCEE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4600" cy="3084480"/>
          </a:xfrm>
          <a:prstGeom prst="rect">
            <a:avLst/>
          </a:prstGeom>
        </p:spPr>
      </p:sp>
      <p:sp>
        <p:nvSpPr>
          <p:cNvPr id="2249"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492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492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492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492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456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555F164-3790-422E-A7B5-E58B5FA646B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4600" cy="3084480"/>
          </a:xfrm>
          <a:prstGeom prst="rect">
            <a:avLst/>
          </a:prstGeom>
        </p:spPr>
      </p:sp>
      <p:sp>
        <p:nvSpPr>
          <p:cNvPr id="2252"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492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492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492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492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492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492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492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492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B830452-954B-47D4-9543-9EABA88722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4600" cy="3084480"/>
          </a:xfrm>
          <a:prstGeom prst="rect">
            <a:avLst/>
          </a:prstGeom>
        </p:spPr>
      </p:sp>
      <p:sp>
        <p:nvSpPr>
          <p:cNvPr id="2255"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492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492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492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492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492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492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492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492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093AAC2-2CFE-433B-9286-4048E380630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4600" cy="3084480"/>
          </a:xfrm>
          <a:prstGeom prst="rect">
            <a:avLst/>
          </a:prstGeom>
        </p:spPr>
      </p:sp>
      <p:sp>
        <p:nvSpPr>
          <p:cNvPr id="2258"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492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492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492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492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492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492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492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492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492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283DFC9-6220-41BB-ABD8-D750309968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4600" cy="3084480"/>
          </a:xfrm>
          <a:prstGeom prst="rect">
            <a:avLst/>
          </a:prstGeom>
        </p:spPr>
      </p:sp>
      <p:sp>
        <p:nvSpPr>
          <p:cNvPr id="2261"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492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492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492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492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492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492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492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492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456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2AB19BB-A1C6-44DF-8C93-AB54336A3B7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4600" cy="3084480"/>
          </a:xfrm>
          <a:prstGeom prst="rect">
            <a:avLst/>
          </a:prstGeom>
        </p:spPr>
      </p:sp>
      <p:sp>
        <p:nvSpPr>
          <p:cNvPr id="2264"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492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492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492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492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492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456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39CB450-1CE0-4C9F-8330-234ED499519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4600" cy="3084480"/>
          </a:xfrm>
          <a:prstGeom prst="rect">
            <a:avLst/>
          </a:prstGeom>
        </p:spPr>
      </p:sp>
      <p:sp>
        <p:nvSpPr>
          <p:cNvPr id="2267" name="PlaceHolder 2"/>
          <p:cNvSpPr>
            <a:spLocks noGrp="1"/>
          </p:cNvSpPr>
          <p:nvPr>
            <p:ph type="body"/>
          </p:nvPr>
        </p:nvSpPr>
        <p:spPr>
          <a:xfrm>
            <a:off x="685800" y="4400640"/>
            <a:ext cx="5484600" cy="3598560"/>
          </a:xfrm>
          <a:prstGeom prst="rect">
            <a:avLst/>
          </a:prstGeom>
        </p:spPr>
        <p:txBody>
          <a:bodyPr lIns="0" rIns="0" tIns="0" bIns="0">
            <a:noAutofit/>
          </a:bodyPr>
          <a:p>
            <a:pPr marL="216000" indent="-21492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492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492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492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492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492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492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492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4920">
              <a:lnSpc>
                <a:spcPct val="100000"/>
              </a:lnSpc>
              <a:tabLst>
                <a:tab algn="l" pos="0"/>
              </a:tabLst>
            </a:pPr>
            <a:endParaRPr b="0" lang="es-ES" sz="2000" spc="-1" strike="noStrike">
              <a:latin typeface="Arial"/>
            </a:endParaRPr>
          </a:p>
          <a:p>
            <a:pPr marL="216000" indent="-21492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456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0000" cy="45684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F541D1-AA50-4D9A-B0C5-AF75AF2FE35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3080" cy="475308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4360" cy="356436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1320" cy="210132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49760" cy="1049760"/>
          </a:xfrm>
          <a:prstGeom prst="rect">
            <a:avLst/>
          </a:prstGeom>
          <a:ln>
            <a:noFill/>
          </a:ln>
        </p:spPr>
      </p:pic>
      <p:sp>
        <p:nvSpPr>
          <p:cNvPr id="48" name="CustomShape 4"/>
          <p:cNvSpPr/>
          <p:nvPr/>
        </p:nvSpPr>
        <p:spPr>
          <a:xfrm>
            <a:off x="7498080" y="1143000"/>
            <a:ext cx="638280" cy="63828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8240" cy="318240"/>
          </a:xfrm>
          <a:prstGeom prst="rect">
            <a:avLst/>
          </a:prstGeom>
          <a:ln>
            <a:noFill/>
          </a:ln>
        </p:spPr>
      </p:pic>
      <p:sp>
        <p:nvSpPr>
          <p:cNvPr id="50" name="CustomShape 5"/>
          <p:cNvSpPr/>
          <p:nvPr/>
        </p:nvSpPr>
        <p:spPr>
          <a:xfrm>
            <a:off x="10972800" y="1417320"/>
            <a:ext cx="638280" cy="63828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8240" cy="318240"/>
          </a:xfrm>
          <a:prstGeom prst="rect">
            <a:avLst/>
          </a:prstGeom>
          <a:ln>
            <a:noFill/>
          </a:ln>
        </p:spPr>
      </p:pic>
      <p:sp>
        <p:nvSpPr>
          <p:cNvPr id="52" name="CustomShape 6"/>
          <p:cNvSpPr/>
          <p:nvPr/>
        </p:nvSpPr>
        <p:spPr>
          <a:xfrm>
            <a:off x="7818120" y="4709160"/>
            <a:ext cx="638280" cy="63828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8240" cy="318240"/>
          </a:xfrm>
          <a:prstGeom prst="rect">
            <a:avLst/>
          </a:prstGeom>
          <a:ln>
            <a:noFill/>
          </a:ln>
        </p:spPr>
      </p:pic>
      <p:sp>
        <p:nvSpPr>
          <p:cNvPr id="54" name="CustomShape 7"/>
          <p:cNvSpPr/>
          <p:nvPr/>
        </p:nvSpPr>
        <p:spPr>
          <a:xfrm>
            <a:off x="10835640" y="4617720"/>
            <a:ext cx="638280" cy="63828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8240" cy="318240"/>
          </a:xfrm>
          <a:prstGeom prst="rect">
            <a:avLst/>
          </a:prstGeom>
          <a:ln>
            <a:noFill/>
          </a:ln>
        </p:spPr>
      </p:pic>
      <p:sp>
        <p:nvSpPr>
          <p:cNvPr id="56" name="CustomShape 8"/>
          <p:cNvSpPr/>
          <p:nvPr/>
        </p:nvSpPr>
        <p:spPr>
          <a:xfrm>
            <a:off x="731520" y="1463040"/>
            <a:ext cx="292428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9000" cy="2009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6120" cy="912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4360" cy="173556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4360" cy="173556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8600" cy="866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8600" cy="693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8280" cy="255852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6840" cy="54684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2520" cy="272520"/>
          </a:xfrm>
          <a:prstGeom prst="rect">
            <a:avLst/>
          </a:prstGeom>
          <a:ln>
            <a:noFill/>
          </a:ln>
        </p:spPr>
      </p:pic>
      <p:sp>
        <p:nvSpPr>
          <p:cNvPr id="83" name="CustomShape 22"/>
          <p:cNvSpPr/>
          <p:nvPr/>
        </p:nvSpPr>
        <p:spPr>
          <a:xfrm>
            <a:off x="1463040" y="384048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1080" cy="136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8280" cy="255852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6840" cy="54684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2520" cy="272520"/>
          </a:xfrm>
          <a:prstGeom prst="rect">
            <a:avLst/>
          </a:prstGeom>
          <a:ln>
            <a:noFill/>
          </a:ln>
        </p:spPr>
      </p:pic>
      <p:sp>
        <p:nvSpPr>
          <p:cNvPr id="88" name="CustomShape 26"/>
          <p:cNvSpPr/>
          <p:nvPr/>
        </p:nvSpPr>
        <p:spPr>
          <a:xfrm>
            <a:off x="7147440" y="384048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1080" cy="136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2520" cy="272520"/>
          </a:xfrm>
          <a:prstGeom prst="rect">
            <a:avLst/>
          </a:prstGeom>
          <a:ln>
            <a:noFill/>
          </a:ln>
        </p:spPr>
      </p:pic>
      <p:sp>
        <p:nvSpPr>
          <p:cNvPr id="97"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2520" cy="272520"/>
          </a:xfrm>
          <a:prstGeom prst="rect">
            <a:avLst/>
          </a:prstGeom>
          <a:ln>
            <a:noFill/>
          </a:ln>
        </p:spPr>
      </p:pic>
      <p:sp>
        <p:nvSpPr>
          <p:cNvPr id="102"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360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2520" cy="272520"/>
          </a:xfrm>
          <a:prstGeom prst="rect">
            <a:avLst/>
          </a:prstGeom>
          <a:ln>
            <a:noFill/>
          </a:ln>
        </p:spPr>
      </p:pic>
      <p:sp>
        <p:nvSpPr>
          <p:cNvPr id="107"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640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2680" cy="91260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5400" cy="45540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6800" cy="226800"/>
          </a:xfrm>
          <a:prstGeom prst="rect">
            <a:avLst/>
          </a:prstGeom>
          <a:ln>
            <a:noFill/>
          </a:ln>
        </p:spPr>
      </p:pic>
      <p:sp>
        <p:nvSpPr>
          <p:cNvPr id="112" name="CustomShape 19"/>
          <p:cNvSpPr/>
          <p:nvPr/>
        </p:nvSpPr>
        <p:spPr>
          <a:xfrm>
            <a:off x="1371600" y="4572000"/>
            <a:ext cx="1008684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2680" cy="91260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6800" cy="226800"/>
          </a:xfrm>
          <a:prstGeom prst="rect">
            <a:avLst/>
          </a:prstGeom>
          <a:ln>
            <a:noFill/>
          </a:ln>
        </p:spPr>
      </p:pic>
      <p:sp>
        <p:nvSpPr>
          <p:cNvPr id="116" name="CustomShape 22"/>
          <p:cNvSpPr/>
          <p:nvPr/>
        </p:nvSpPr>
        <p:spPr>
          <a:xfrm>
            <a:off x="1371600" y="5212080"/>
            <a:ext cx="1008684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8280" cy="63828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8240" cy="318240"/>
          </a:xfrm>
          <a:prstGeom prst="rect">
            <a:avLst/>
          </a:prstGeom>
          <a:ln>
            <a:noFill/>
          </a:ln>
        </p:spPr>
      </p:pic>
      <p:sp>
        <p:nvSpPr>
          <p:cNvPr id="124" name="CustomShape 7"/>
          <p:cNvSpPr/>
          <p:nvPr/>
        </p:nvSpPr>
        <p:spPr>
          <a:xfrm>
            <a:off x="1645920" y="16916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8280" cy="63828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8240" cy="318240"/>
          </a:xfrm>
          <a:prstGeom prst="rect">
            <a:avLst/>
          </a:prstGeom>
          <a:ln>
            <a:noFill/>
          </a:ln>
        </p:spPr>
      </p:pic>
      <p:sp>
        <p:nvSpPr>
          <p:cNvPr id="128" name="CustomShape 10"/>
          <p:cNvSpPr/>
          <p:nvPr/>
        </p:nvSpPr>
        <p:spPr>
          <a:xfrm>
            <a:off x="1645920" y="32918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316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8280" cy="63828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8240" cy="318240"/>
          </a:xfrm>
          <a:prstGeom prst="rect">
            <a:avLst/>
          </a:prstGeom>
          <a:ln>
            <a:noFill/>
          </a:ln>
        </p:spPr>
      </p:pic>
      <p:sp>
        <p:nvSpPr>
          <p:cNvPr id="132" name="CustomShape 13"/>
          <p:cNvSpPr/>
          <p:nvPr/>
        </p:nvSpPr>
        <p:spPr>
          <a:xfrm>
            <a:off x="1645920" y="4892040"/>
            <a:ext cx="4067280" cy="118692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9080" cy="310716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3320" cy="2649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9080" cy="118692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5400" cy="45540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6800" cy="226800"/>
          </a:xfrm>
          <a:prstGeom prst="rect">
            <a:avLst/>
          </a:prstGeom>
          <a:ln>
            <a:noFill/>
          </a:ln>
        </p:spPr>
      </p:pic>
      <p:sp>
        <p:nvSpPr>
          <p:cNvPr id="139" name="CustomShape 19"/>
          <p:cNvSpPr/>
          <p:nvPr/>
        </p:nvSpPr>
        <p:spPr>
          <a:xfrm>
            <a:off x="7132320" y="4983480"/>
            <a:ext cx="432324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6800" cy="226800"/>
          </a:xfrm>
          <a:prstGeom prst="rect">
            <a:avLst/>
          </a:prstGeom>
          <a:ln>
            <a:noFill/>
          </a:ln>
        </p:spPr>
      </p:pic>
      <p:sp>
        <p:nvSpPr>
          <p:cNvPr id="147"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6800" cy="226800"/>
          </a:xfrm>
          <a:prstGeom prst="rect">
            <a:avLst/>
          </a:prstGeom>
          <a:ln>
            <a:noFill/>
          </a:ln>
        </p:spPr>
      </p:pic>
      <p:sp>
        <p:nvSpPr>
          <p:cNvPr id="151"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6800" cy="226800"/>
          </a:xfrm>
          <a:prstGeom prst="rect">
            <a:avLst/>
          </a:prstGeom>
          <a:ln>
            <a:noFill/>
          </a:ln>
        </p:spPr>
      </p:pic>
      <p:sp>
        <p:nvSpPr>
          <p:cNvPr id="155"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6800" cy="226800"/>
          </a:xfrm>
          <a:prstGeom prst="rect">
            <a:avLst/>
          </a:prstGeom>
          <a:ln>
            <a:noFill/>
          </a:ln>
        </p:spPr>
      </p:pic>
      <p:sp>
        <p:nvSpPr>
          <p:cNvPr id="159"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6800" cy="226800"/>
          </a:xfrm>
          <a:prstGeom prst="rect">
            <a:avLst/>
          </a:prstGeom>
          <a:ln>
            <a:noFill/>
          </a:ln>
        </p:spPr>
      </p:pic>
      <p:sp>
        <p:nvSpPr>
          <p:cNvPr id="163"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6800" cy="226800"/>
          </a:xfrm>
          <a:prstGeom prst="rect">
            <a:avLst/>
          </a:prstGeom>
          <a:ln>
            <a:noFill/>
          </a:ln>
        </p:spPr>
      </p:pic>
      <p:sp>
        <p:nvSpPr>
          <p:cNvPr id="167"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5560" cy="310716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124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5560" cy="310716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556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6960" cy="2101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124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2680" cy="109548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5400" cy="45540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6800" cy="226800"/>
          </a:xfrm>
          <a:prstGeom prst="rect">
            <a:avLst/>
          </a:prstGeom>
          <a:ln>
            <a:noFill/>
          </a:ln>
        </p:spPr>
      </p:pic>
      <p:sp>
        <p:nvSpPr>
          <p:cNvPr id="198" name="CustomShape 28"/>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1720" cy="40968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6840" cy="181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1720" cy="77544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1280" cy="35496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1720" cy="100404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3240" cy="58356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1720" cy="100404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1280" cy="58356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1720" cy="77544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7400" cy="235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3240" cy="35496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5480" cy="226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2600" cy="86688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548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2600" cy="86688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548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316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6840" cy="54684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2520" cy="272520"/>
          </a:xfrm>
          <a:prstGeom prst="rect">
            <a:avLst/>
          </a:prstGeom>
          <a:ln>
            <a:noFill/>
          </a:ln>
        </p:spPr>
      </p:pic>
      <p:sp>
        <p:nvSpPr>
          <p:cNvPr id="239" name="CustomShape 40"/>
          <p:cNvSpPr/>
          <p:nvPr/>
        </p:nvSpPr>
        <p:spPr>
          <a:xfrm>
            <a:off x="8869680" y="1828800"/>
            <a:ext cx="254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5960" cy="10040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316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6840" cy="54684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2520" cy="272520"/>
          </a:xfrm>
          <a:prstGeom prst="rect">
            <a:avLst/>
          </a:prstGeom>
          <a:ln>
            <a:noFill/>
          </a:ln>
        </p:spPr>
      </p:pic>
      <p:sp>
        <p:nvSpPr>
          <p:cNvPr id="244" name="CustomShape 44"/>
          <p:cNvSpPr/>
          <p:nvPr/>
        </p:nvSpPr>
        <p:spPr>
          <a:xfrm>
            <a:off x="8869680" y="4206240"/>
            <a:ext cx="254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5960" cy="10040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1120" cy="50112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1120" cy="50112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1120" cy="50112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0920" cy="310716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1120" cy="50112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3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3720" cy="146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2680" cy="109548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5400" cy="45540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6800" cy="226800"/>
          </a:xfrm>
          <a:prstGeom prst="rect">
            <a:avLst/>
          </a:prstGeom>
          <a:ln>
            <a:noFill/>
          </a:ln>
        </p:spPr>
      </p:pic>
      <p:sp>
        <p:nvSpPr>
          <p:cNvPr id="282" name="CustomShape 36"/>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2520" cy="272520"/>
          </a:xfrm>
          <a:prstGeom prst="rect">
            <a:avLst/>
          </a:prstGeom>
          <a:ln>
            <a:noFill/>
          </a:ln>
        </p:spPr>
      </p:pic>
      <p:sp>
        <p:nvSpPr>
          <p:cNvPr id="290"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2520" cy="272520"/>
          </a:xfrm>
          <a:prstGeom prst="rect">
            <a:avLst/>
          </a:prstGeom>
          <a:ln>
            <a:noFill/>
          </a:ln>
        </p:spPr>
      </p:pic>
      <p:sp>
        <p:nvSpPr>
          <p:cNvPr id="295"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360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2520" cy="272520"/>
          </a:xfrm>
          <a:prstGeom prst="rect">
            <a:avLst/>
          </a:prstGeom>
          <a:ln>
            <a:noFill/>
          </a:ln>
        </p:spPr>
      </p:pic>
      <p:sp>
        <p:nvSpPr>
          <p:cNvPr id="300"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640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3320" cy="146124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7560" cy="1004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0360" cy="146124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5400" cy="45540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6800" cy="226800"/>
          </a:xfrm>
          <a:prstGeom prst="rect">
            <a:avLst/>
          </a:prstGeom>
          <a:ln>
            <a:noFill/>
          </a:ln>
        </p:spPr>
      </p:pic>
      <p:sp>
        <p:nvSpPr>
          <p:cNvPr id="308" name="CustomShape 22"/>
          <p:cNvSpPr/>
          <p:nvPr/>
        </p:nvSpPr>
        <p:spPr>
          <a:xfrm>
            <a:off x="8321040" y="4709160"/>
            <a:ext cx="3134520" cy="1461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572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5720" cy="50112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5720" cy="150696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5720" cy="82116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5720" cy="82116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572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6680" cy="54684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6680" cy="54684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7960" cy="104976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3640" cy="226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2160" cy="59256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2160" cy="59256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796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7960" cy="86688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8320" cy="36396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8320" cy="36396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8320" cy="36396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8320" cy="36396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3640" cy="272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2520" cy="272520"/>
          </a:xfrm>
          <a:prstGeom prst="rect">
            <a:avLst/>
          </a:prstGeom>
          <a:ln>
            <a:noFill/>
          </a:ln>
        </p:spPr>
      </p:pic>
      <p:sp>
        <p:nvSpPr>
          <p:cNvPr id="352"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2520" cy="272520"/>
          </a:xfrm>
          <a:prstGeom prst="rect">
            <a:avLst/>
          </a:prstGeom>
          <a:ln>
            <a:noFill/>
          </a:ln>
        </p:spPr>
      </p:pic>
      <p:sp>
        <p:nvSpPr>
          <p:cNvPr id="357"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3600" cy="255852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2520" cy="272520"/>
          </a:xfrm>
          <a:prstGeom prst="rect">
            <a:avLst/>
          </a:prstGeom>
          <a:ln>
            <a:noFill/>
          </a:ln>
        </p:spPr>
      </p:pic>
      <p:sp>
        <p:nvSpPr>
          <p:cNvPr id="362"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6400" cy="136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8280" cy="164412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5400" cy="45540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6800" cy="226800"/>
          </a:xfrm>
          <a:prstGeom prst="rect">
            <a:avLst/>
          </a:prstGeom>
          <a:ln>
            <a:noFill/>
          </a:ln>
        </p:spPr>
      </p:pic>
      <p:sp>
        <p:nvSpPr>
          <p:cNvPr id="367" name="CustomShape 19"/>
          <p:cNvSpPr/>
          <p:nvPr/>
        </p:nvSpPr>
        <p:spPr>
          <a:xfrm>
            <a:off x="1371600" y="4526280"/>
            <a:ext cx="440244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8280" cy="164412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5400" cy="45540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6800" cy="226800"/>
          </a:xfrm>
          <a:prstGeom prst="rect">
            <a:avLst/>
          </a:prstGeom>
          <a:ln>
            <a:noFill/>
          </a:ln>
        </p:spPr>
      </p:pic>
      <p:sp>
        <p:nvSpPr>
          <p:cNvPr id="371" name="CustomShape 22"/>
          <p:cNvSpPr/>
          <p:nvPr/>
        </p:nvSpPr>
        <p:spPr>
          <a:xfrm>
            <a:off x="7056000" y="4526280"/>
            <a:ext cx="440244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1120" cy="50112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1120" cy="50112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1880" cy="264996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1120" cy="50112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468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46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7640" cy="164412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1880" cy="1186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6040" cy="164412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5400" cy="45540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6800" cy="226800"/>
          </a:xfrm>
          <a:prstGeom prst="rect">
            <a:avLst/>
          </a:prstGeom>
          <a:ln>
            <a:noFill/>
          </a:ln>
        </p:spPr>
      </p:pic>
      <p:sp>
        <p:nvSpPr>
          <p:cNvPr id="405" name="CustomShape 33"/>
          <p:cNvSpPr/>
          <p:nvPr/>
        </p:nvSpPr>
        <p:spPr>
          <a:xfrm>
            <a:off x="8595360" y="4526280"/>
            <a:ext cx="286020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828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2520" cy="272520"/>
          </a:xfrm>
          <a:prstGeom prst="rect">
            <a:avLst/>
          </a:prstGeom>
          <a:ln>
            <a:noFill/>
          </a:ln>
        </p:spPr>
      </p:pic>
      <p:sp>
        <p:nvSpPr>
          <p:cNvPr id="413"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10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828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2520" cy="272520"/>
          </a:xfrm>
          <a:prstGeom prst="rect">
            <a:avLst/>
          </a:prstGeom>
          <a:ln>
            <a:noFill/>
          </a:ln>
        </p:spPr>
      </p:pic>
      <p:sp>
        <p:nvSpPr>
          <p:cNvPr id="418"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1080" cy="1004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1880" cy="210132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6120" cy="1644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1800" cy="210132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5400" cy="45540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6800" cy="226800"/>
          </a:xfrm>
          <a:prstGeom prst="rect">
            <a:avLst/>
          </a:prstGeom>
          <a:ln>
            <a:noFill/>
          </a:ln>
        </p:spPr>
      </p:pic>
      <p:sp>
        <p:nvSpPr>
          <p:cNvPr id="426" name="CustomShape 18"/>
          <p:cNvSpPr/>
          <p:nvPr/>
        </p:nvSpPr>
        <p:spPr>
          <a:xfrm>
            <a:off x="8229600" y="4069080"/>
            <a:ext cx="3225960" cy="2101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2520" cy="272520"/>
          </a:xfrm>
          <a:prstGeom prst="rect">
            <a:avLst/>
          </a:prstGeom>
          <a:ln>
            <a:noFill/>
          </a:ln>
        </p:spPr>
      </p:pic>
      <p:sp>
        <p:nvSpPr>
          <p:cNvPr id="434"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2520" cy="272520"/>
          </a:xfrm>
          <a:prstGeom prst="rect">
            <a:avLst/>
          </a:prstGeom>
          <a:ln>
            <a:noFill/>
          </a:ln>
        </p:spPr>
      </p:pic>
      <p:sp>
        <p:nvSpPr>
          <p:cNvPr id="439"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2520" cy="272520"/>
          </a:xfrm>
          <a:prstGeom prst="rect">
            <a:avLst/>
          </a:prstGeom>
          <a:ln>
            <a:noFill/>
          </a:ln>
        </p:spPr>
      </p:pic>
      <p:sp>
        <p:nvSpPr>
          <p:cNvPr id="444"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2520" cy="272520"/>
          </a:xfrm>
          <a:prstGeom prst="rect">
            <a:avLst/>
          </a:prstGeom>
          <a:ln>
            <a:noFill/>
          </a:ln>
        </p:spPr>
      </p:pic>
      <p:sp>
        <p:nvSpPr>
          <p:cNvPr id="449" name="CustomShape 19"/>
          <p:cNvSpPr/>
          <p:nvPr/>
        </p:nvSpPr>
        <p:spPr>
          <a:xfrm>
            <a:off x="146304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6840" cy="54684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2520" cy="272520"/>
          </a:xfrm>
          <a:prstGeom prst="rect">
            <a:avLst/>
          </a:prstGeom>
          <a:ln>
            <a:noFill/>
          </a:ln>
        </p:spPr>
      </p:pic>
      <p:sp>
        <p:nvSpPr>
          <p:cNvPr id="454" name="CustomShape 23"/>
          <p:cNvSpPr/>
          <p:nvPr/>
        </p:nvSpPr>
        <p:spPr>
          <a:xfrm>
            <a:off x="525276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3600" cy="214704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6840" cy="54684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2520" cy="272520"/>
          </a:xfrm>
          <a:prstGeom prst="rect">
            <a:avLst/>
          </a:prstGeom>
          <a:ln>
            <a:noFill/>
          </a:ln>
        </p:spPr>
      </p:pic>
      <p:sp>
        <p:nvSpPr>
          <p:cNvPr id="459" name="CustomShape 27"/>
          <p:cNvSpPr/>
          <p:nvPr/>
        </p:nvSpPr>
        <p:spPr>
          <a:xfrm>
            <a:off x="904212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2680" cy="109548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5400" cy="45540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6800" cy="226800"/>
          </a:xfrm>
          <a:prstGeom prst="rect">
            <a:avLst/>
          </a:prstGeom>
          <a:ln>
            <a:noFill/>
          </a:ln>
        </p:spPr>
      </p:pic>
      <p:sp>
        <p:nvSpPr>
          <p:cNvPr id="469" name="CustomShape 8"/>
          <p:cNvSpPr/>
          <p:nvPr/>
        </p:nvSpPr>
        <p:spPr>
          <a:xfrm>
            <a:off x="1371600" y="5029200"/>
            <a:ext cx="1008684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8280" cy="264996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2520" cy="272520"/>
          </a:xfrm>
          <a:prstGeom prst="rect">
            <a:avLst/>
          </a:prstGeom>
          <a:ln>
            <a:noFill/>
          </a:ln>
        </p:spPr>
      </p:pic>
      <p:sp>
        <p:nvSpPr>
          <p:cNvPr id="477"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1080" cy="1461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8280" cy="264996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2520" cy="272520"/>
          </a:xfrm>
          <a:prstGeom prst="rect">
            <a:avLst/>
          </a:prstGeom>
          <a:ln>
            <a:noFill/>
          </a:ln>
        </p:spPr>
      </p:pic>
      <p:sp>
        <p:nvSpPr>
          <p:cNvPr id="482"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1080" cy="1461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3600" cy="164412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3600" cy="164412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3600" cy="164412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7840" cy="8211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7840" cy="656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2520" cy="272520"/>
          </a:xfrm>
          <a:prstGeom prst="rect">
            <a:avLst/>
          </a:prstGeom>
          <a:ln>
            <a:noFill/>
          </a:ln>
        </p:spPr>
      </p:pic>
      <p:sp>
        <p:nvSpPr>
          <p:cNvPr id="500" name="CustomShape 7"/>
          <p:cNvSpPr/>
          <p:nvPr/>
        </p:nvSpPr>
        <p:spPr>
          <a:xfrm>
            <a:off x="14630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6840" cy="54684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2520" cy="272520"/>
          </a:xfrm>
          <a:prstGeom prst="rect">
            <a:avLst/>
          </a:prstGeom>
          <a:ln>
            <a:noFill/>
          </a:ln>
        </p:spPr>
      </p:pic>
      <p:sp>
        <p:nvSpPr>
          <p:cNvPr id="505" name="CustomShape 11"/>
          <p:cNvSpPr/>
          <p:nvPr/>
        </p:nvSpPr>
        <p:spPr>
          <a:xfrm>
            <a:off x="7147440" y="182880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2520" cy="272520"/>
          </a:xfrm>
          <a:prstGeom prst="rect">
            <a:avLst/>
          </a:prstGeom>
          <a:ln>
            <a:noFill/>
          </a:ln>
        </p:spPr>
      </p:pic>
      <p:sp>
        <p:nvSpPr>
          <p:cNvPr id="510" name="CustomShape 15"/>
          <p:cNvSpPr/>
          <p:nvPr/>
        </p:nvSpPr>
        <p:spPr>
          <a:xfrm>
            <a:off x="1463040" y="425196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828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6840" cy="54684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2520" cy="272520"/>
          </a:xfrm>
          <a:prstGeom prst="rect">
            <a:avLst/>
          </a:prstGeom>
          <a:ln>
            <a:noFill/>
          </a:ln>
        </p:spPr>
      </p:pic>
      <p:sp>
        <p:nvSpPr>
          <p:cNvPr id="515" name="CustomShape 19"/>
          <p:cNvSpPr/>
          <p:nvPr/>
        </p:nvSpPr>
        <p:spPr>
          <a:xfrm>
            <a:off x="7147440" y="4251960"/>
            <a:ext cx="42652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108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5960" cy="219276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0200" cy="1735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7720" cy="356436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1960" cy="3107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5960" cy="210132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5400" cy="45540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6800" cy="226800"/>
          </a:xfrm>
          <a:prstGeom prst="rect">
            <a:avLst/>
          </a:prstGeom>
          <a:ln>
            <a:noFill/>
          </a:ln>
        </p:spPr>
      </p:pic>
      <p:sp>
        <p:nvSpPr>
          <p:cNvPr id="530" name="CustomShape 13"/>
          <p:cNvSpPr/>
          <p:nvPr/>
        </p:nvSpPr>
        <p:spPr>
          <a:xfrm>
            <a:off x="1371600" y="4069080"/>
            <a:ext cx="3930120" cy="2101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7720" cy="77544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5400" cy="45540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6800" cy="226800"/>
          </a:xfrm>
          <a:prstGeom prst="rect">
            <a:avLst/>
          </a:prstGeom>
          <a:ln>
            <a:noFill/>
          </a:ln>
        </p:spPr>
      </p:pic>
      <p:sp>
        <p:nvSpPr>
          <p:cNvPr id="534" name="CustomShape 16"/>
          <p:cNvSpPr/>
          <p:nvPr/>
        </p:nvSpPr>
        <p:spPr>
          <a:xfrm>
            <a:off x="6583680" y="5394960"/>
            <a:ext cx="4871880" cy="775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08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764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188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0320" cy="457020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6840" cy="54684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2520" cy="272520"/>
          </a:xfrm>
          <a:prstGeom prst="rect">
            <a:avLst/>
          </a:prstGeom>
          <a:ln>
            <a:noFill/>
          </a:ln>
        </p:spPr>
      </p:pic>
      <p:sp>
        <p:nvSpPr>
          <p:cNvPr id="545" name="CustomShape 10"/>
          <p:cNvSpPr/>
          <p:nvPr/>
        </p:nvSpPr>
        <p:spPr>
          <a:xfrm>
            <a:off x="8732520" y="1828800"/>
            <a:ext cx="26773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31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08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476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900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09440" cy="292428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2520" cy="272520"/>
          </a:xfrm>
          <a:prstGeom prst="rect">
            <a:avLst/>
          </a:prstGeom>
          <a:ln>
            <a:noFill/>
          </a:ln>
        </p:spPr>
      </p:pic>
      <p:sp>
        <p:nvSpPr>
          <p:cNvPr id="557" name="CustomShape 10"/>
          <p:cNvSpPr/>
          <p:nvPr/>
        </p:nvSpPr>
        <p:spPr>
          <a:xfrm>
            <a:off x="8503920" y="1828800"/>
            <a:ext cx="766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2240" cy="1735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09440" cy="292428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6840" cy="54684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2520" cy="272520"/>
          </a:xfrm>
          <a:prstGeom prst="rect">
            <a:avLst/>
          </a:prstGeom>
          <a:ln>
            <a:noFill/>
          </a:ln>
        </p:spPr>
      </p:pic>
      <p:sp>
        <p:nvSpPr>
          <p:cNvPr id="562" name="CustomShape 14"/>
          <p:cNvSpPr/>
          <p:nvPr/>
        </p:nvSpPr>
        <p:spPr>
          <a:xfrm>
            <a:off x="10643760" y="1828800"/>
            <a:ext cx="766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2240" cy="1735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2680" cy="136980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5400" cy="45540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6800" cy="226800"/>
          </a:xfrm>
          <a:prstGeom prst="rect">
            <a:avLst/>
          </a:prstGeom>
          <a:ln>
            <a:noFill/>
          </a:ln>
        </p:spPr>
      </p:pic>
      <p:sp>
        <p:nvSpPr>
          <p:cNvPr id="567" name="CustomShape 18"/>
          <p:cNvSpPr/>
          <p:nvPr/>
        </p:nvSpPr>
        <p:spPr>
          <a:xfrm>
            <a:off x="1371600" y="4754880"/>
            <a:ext cx="1008684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6800" cy="226800"/>
          </a:xfrm>
          <a:prstGeom prst="rect">
            <a:avLst/>
          </a:prstGeom>
          <a:ln>
            <a:noFill/>
          </a:ln>
        </p:spPr>
      </p:pic>
      <p:sp>
        <p:nvSpPr>
          <p:cNvPr id="575"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6800" cy="226800"/>
          </a:xfrm>
          <a:prstGeom prst="rect">
            <a:avLst/>
          </a:prstGeom>
          <a:ln>
            <a:noFill/>
          </a:ln>
        </p:spPr>
      </p:pic>
      <p:sp>
        <p:nvSpPr>
          <p:cNvPr id="579"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6800" cy="226800"/>
          </a:xfrm>
          <a:prstGeom prst="rect">
            <a:avLst/>
          </a:prstGeom>
          <a:ln>
            <a:noFill/>
          </a:ln>
        </p:spPr>
      </p:pic>
      <p:sp>
        <p:nvSpPr>
          <p:cNvPr id="583"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6800" cy="226800"/>
          </a:xfrm>
          <a:prstGeom prst="rect">
            <a:avLst/>
          </a:prstGeom>
          <a:ln>
            <a:noFill/>
          </a:ln>
        </p:spPr>
      </p:pic>
      <p:sp>
        <p:nvSpPr>
          <p:cNvPr id="587"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6800" cy="226800"/>
          </a:xfrm>
          <a:prstGeom prst="rect">
            <a:avLst/>
          </a:prstGeom>
          <a:ln>
            <a:noFill/>
          </a:ln>
        </p:spPr>
      </p:pic>
      <p:sp>
        <p:nvSpPr>
          <p:cNvPr id="591"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6800" cy="226800"/>
          </a:xfrm>
          <a:prstGeom prst="rect">
            <a:avLst/>
          </a:prstGeom>
          <a:ln>
            <a:noFill/>
          </a:ln>
        </p:spPr>
      </p:pic>
      <p:sp>
        <p:nvSpPr>
          <p:cNvPr id="595"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47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90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254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8920" cy="457020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2520" cy="272520"/>
          </a:xfrm>
          <a:prstGeom prst="rect">
            <a:avLst/>
          </a:prstGeom>
          <a:ln>
            <a:noFill/>
          </a:ln>
        </p:spPr>
      </p:pic>
      <p:sp>
        <p:nvSpPr>
          <p:cNvPr id="608" name="CustomShape 10"/>
          <p:cNvSpPr/>
          <p:nvPr/>
        </p:nvSpPr>
        <p:spPr>
          <a:xfrm>
            <a:off x="8503920" y="1828800"/>
            <a:ext cx="29059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17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53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2520" cy="272520"/>
          </a:xfrm>
          <a:prstGeom prst="rect">
            <a:avLst/>
          </a:prstGeom>
          <a:ln>
            <a:noFill/>
          </a:ln>
        </p:spPr>
      </p:pic>
      <p:sp>
        <p:nvSpPr>
          <p:cNvPr id="617" name="CustomShape 7"/>
          <p:cNvSpPr/>
          <p:nvPr/>
        </p:nvSpPr>
        <p:spPr>
          <a:xfrm>
            <a:off x="146304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6840" cy="54684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2520" cy="272520"/>
          </a:xfrm>
          <a:prstGeom prst="rect">
            <a:avLst/>
          </a:prstGeom>
          <a:ln>
            <a:noFill/>
          </a:ln>
        </p:spPr>
      </p:pic>
      <p:sp>
        <p:nvSpPr>
          <p:cNvPr id="622" name="CustomShape 11"/>
          <p:cNvSpPr/>
          <p:nvPr/>
        </p:nvSpPr>
        <p:spPr>
          <a:xfrm>
            <a:off x="525276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6840" cy="54684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2520" cy="272520"/>
          </a:xfrm>
          <a:prstGeom prst="rect">
            <a:avLst/>
          </a:prstGeom>
          <a:ln>
            <a:noFill/>
          </a:ln>
        </p:spPr>
      </p:pic>
      <p:sp>
        <p:nvSpPr>
          <p:cNvPr id="627" name="CustomShape 15"/>
          <p:cNvSpPr/>
          <p:nvPr/>
        </p:nvSpPr>
        <p:spPr>
          <a:xfrm>
            <a:off x="9042120" y="182880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Solo aceptado con ALTER TABLE.</a:t>
            </a:r>
            <a:b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2520" cy="272520"/>
          </a:xfrm>
          <a:prstGeom prst="rect">
            <a:avLst/>
          </a:prstGeom>
          <a:ln>
            <a:noFill/>
          </a:ln>
        </p:spPr>
      </p:pic>
      <p:sp>
        <p:nvSpPr>
          <p:cNvPr id="632" name="CustomShape 19"/>
          <p:cNvSpPr/>
          <p:nvPr/>
        </p:nvSpPr>
        <p:spPr>
          <a:xfrm>
            <a:off x="146304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6840" cy="54684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2520" cy="272520"/>
          </a:xfrm>
          <a:prstGeom prst="rect">
            <a:avLst/>
          </a:prstGeom>
          <a:ln>
            <a:noFill/>
          </a:ln>
        </p:spPr>
      </p:pic>
      <p:sp>
        <p:nvSpPr>
          <p:cNvPr id="637" name="CustomShape 23"/>
          <p:cNvSpPr/>
          <p:nvPr/>
        </p:nvSpPr>
        <p:spPr>
          <a:xfrm>
            <a:off x="525276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360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6840" cy="54684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2520" cy="272520"/>
          </a:xfrm>
          <a:prstGeom prst="rect">
            <a:avLst/>
          </a:prstGeom>
          <a:ln>
            <a:noFill/>
          </a:ln>
        </p:spPr>
      </p:pic>
      <p:sp>
        <p:nvSpPr>
          <p:cNvPr id="642" name="CustomShape 27"/>
          <p:cNvSpPr/>
          <p:nvPr/>
        </p:nvSpPr>
        <p:spPr>
          <a:xfrm>
            <a:off x="9042120" y="4251960"/>
            <a:ext cx="2370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640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3160" cy="292428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2520" cy="272520"/>
          </a:xfrm>
          <a:prstGeom prst="rect">
            <a:avLst/>
          </a:prstGeom>
          <a:ln>
            <a:noFill/>
          </a:ln>
        </p:spPr>
      </p:pic>
      <p:sp>
        <p:nvSpPr>
          <p:cNvPr id="651" name="CustomShape 7"/>
          <p:cNvSpPr/>
          <p:nvPr/>
        </p:nvSpPr>
        <p:spPr>
          <a:xfrm>
            <a:off x="146304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596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3160" cy="292428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6840" cy="54684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2520" cy="272520"/>
          </a:xfrm>
          <a:prstGeom prst="rect">
            <a:avLst/>
          </a:prstGeom>
          <a:ln>
            <a:noFill/>
          </a:ln>
        </p:spPr>
      </p:pic>
      <p:sp>
        <p:nvSpPr>
          <p:cNvPr id="656" name="CustomShape 11"/>
          <p:cNvSpPr/>
          <p:nvPr/>
        </p:nvSpPr>
        <p:spPr>
          <a:xfrm>
            <a:off x="715968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596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89800" cy="136980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4040" cy="912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7560" cy="342720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1800" cy="2970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7560" cy="86688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5400" cy="45540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6800" cy="226800"/>
          </a:xfrm>
          <a:prstGeom prst="rect">
            <a:avLst/>
          </a:prstGeom>
          <a:ln>
            <a:noFill/>
          </a:ln>
        </p:spPr>
      </p:pic>
      <p:sp>
        <p:nvSpPr>
          <p:cNvPr id="671" name="CustomShape 10"/>
          <p:cNvSpPr/>
          <p:nvPr/>
        </p:nvSpPr>
        <p:spPr>
          <a:xfrm>
            <a:off x="1371600" y="5303520"/>
            <a:ext cx="5301720" cy="866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6120" cy="457020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6840" cy="54684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2520" cy="272520"/>
          </a:xfrm>
          <a:prstGeom prst="rect">
            <a:avLst/>
          </a:prstGeom>
          <a:ln>
            <a:noFill/>
          </a:ln>
        </p:spPr>
      </p:pic>
      <p:sp>
        <p:nvSpPr>
          <p:cNvPr id="675" name="CustomShape 13"/>
          <p:cNvSpPr/>
          <p:nvPr/>
        </p:nvSpPr>
        <p:spPr>
          <a:xfrm>
            <a:off x="8046720" y="1828800"/>
            <a:ext cx="33631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89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Opciones SET</a:t>
            </a:r>
            <a:r>
              <a:rPr b="0" lang="en-US" sz="1400" spc="-1" strike="noStrike">
                <a:solidFill>
                  <a:srgbClr val="1f2933"/>
                </a:solidFill>
                <a:latin typeface="Calibri"/>
                <a:ea typeface="Calibri"/>
              </a:rPr>
              <a:t>: ARITHABORT, ANSI_NULLS y QUOTED_IDENTIFIER en ON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47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90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8920" cy="457020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6840" cy="54684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2520" cy="272520"/>
          </a:xfrm>
          <a:prstGeom prst="rect">
            <a:avLst/>
          </a:prstGeom>
          <a:ln>
            <a:noFill/>
          </a:ln>
        </p:spPr>
      </p:pic>
      <p:sp>
        <p:nvSpPr>
          <p:cNvPr id="687" name="CustomShape 10"/>
          <p:cNvSpPr/>
          <p:nvPr/>
        </p:nvSpPr>
        <p:spPr>
          <a:xfrm>
            <a:off x="8503920" y="1828800"/>
            <a:ext cx="29059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172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620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044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7480" cy="159840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5400" cy="45540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6800" cy="226800"/>
          </a:xfrm>
          <a:prstGeom prst="rect">
            <a:avLst/>
          </a:prstGeom>
          <a:ln>
            <a:noFill/>
          </a:ln>
        </p:spPr>
      </p:pic>
      <p:sp>
        <p:nvSpPr>
          <p:cNvPr id="722" name="CustomShape 33"/>
          <p:cNvSpPr/>
          <p:nvPr/>
        </p:nvSpPr>
        <p:spPr>
          <a:xfrm>
            <a:off x="8503920" y="4572000"/>
            <a:ext cx="295164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1120" cy="50112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1120" cy="50112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1120" cy="50112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1120" cy="50112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19944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8200" cy="232992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1120" cy="50112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100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1000" cy="684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9080" cy="196416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3320" cy="1506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4600" cy="196416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5400" cy="45540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6800" cy="226800"/>
          </a:xfrm>
          <a:prstGeom prst="rect">
            <a:avLst/>
          </a:prstGeom>
          <a:ln>
            <a:noFill/>
          </a:ln>
        </p:spPr>
      </p:pic>
      <p:sp>
        <p:nvSpPr>
          <p:cNvPr id="768" name="CustomShape 45"/>
          <p:cNvSpPr/>
          <p:nvPr/>
        </p:nvSpPr>
        <p:spPr>
          <a:xfrm>
            <a:off x="8686800" y="4206240"/>
            <a:ext cx="2768760" cy="1964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6120" cy="109548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5400" cy="45540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6800" cy="226800"/>
          </a:xfrm>
          <a:prstGeom prst="rect">
            <a:avLst/>
          </a:prstGeom>
          <a:ln>
            <a:noFill/>
          </a:ln>
        </p:spPr>
      </p:pic>
      <p:sp>
        <p:nvSpPr>
          <p:cNvPr id="777" name="CustomShape 8"/>
          <p:cNvSpPr/>
          <p:nvPr/>
        </p:nvSpPr>
        <p:spPr>
          <a:xfrm>
            <a:off x="1371600" y="5074920"/>
            <a:ext cx="5210280" cy="1095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2520" cy="272520"/>
          </a:xfrm>
          <a:prstGeom prst="rect">
            <a:avLst/>
          </a:prstGeom>
          <a:ln>
            <a:noFill/>
          </a:ln>
        </p:spPr>
      </p:pic>
      <p:sp>
        <p:nvSpPr>
          <p:cNvPr id="788"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6840" cy="54684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2520" cy="272520"/>
          </a:xfrm>
          <a:prstGeom prst="rect">
            <a:avLst/>
          </a:prstGeom>
          <a:ln>
            <a:noFill/>
          </a:ln>
        </p:spPr>
      </p:pic>
      <p:sp>
        <p:nvSpPr>
          <p:cNvPr id="793"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2520" cy="347292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2520" cy="272520"/>
          </a:xfrm>
          <a:prstGeom prst="rect">
            <a:avLst/>
          </a:prstGeom>
          <a:ln>
            <a:noFill/>
          </a:ln>
        </p:spPr>
      </p:pic>
      <p:sp>
        <p:nvSpPr>
          <p:cNvPr id="798"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5320" cy="22842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89800" cy="82116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5400" cy="45540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6800" cy="226800"/>
          </a:xfrm>
          <a:prstGeom prst="rect">
            <a:avLst/>
          </a:prstGeom>
          <a:ln>
            <a:noFill/>
          </a:ln>
        </p:spPr>
      </p:pic>
      <p:sp>
        <p:nvSpPr>
          <p:cNvPr id="803" name="CustomShape 19"/>
          <p:cNvSpPr/>
          <p:nvPr/>
        </p:nvSpPr>
        <p:spPr>
          <a:xfrm>
            <a:off x="1371600" y="5349240"/>
            <a:ext cx="1008396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89800" cy="104976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5400" cy="45540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6800" cy="226800"/>
          </a:xfrm>
          <a:prstGeom prst="rect">
            <a:avLst/>
          </a:prstGeom>
          <a:ln>
            <a:noFill/>
          </a:ln>
        </p:spPr>
      </p:pic>
      <p:sp>
        <p:nvSpPr>
          <p:cNvPr id="817" name="CustomShape 13"/>
          <p:cNvSpPr/>
          <p:nvPr/>
        </p:nvSpPr>
        <p:spPr>
          <a:xfrm>
            <a:off x="1371600" y="5120640"/>
            <a:ext cx="10083960" cy="1049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3320" cy="329004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7560" cy="2832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89800" cy="100404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6800" cy="226800"/>
          </a:xfrm>
          <a:prstGeom prst="rect">
            <a:avLst/>
          </a:prstGeom>
          <a:ln>
            <a:noFill/>
          </a:ln>
        </p:spPr>
      </p:pic>
      <p:sp>
        <p:nvSpPr>
          <p:cNvPr id="829" name="CustomShape 11"/>
          <p:cNvSpPr/>
          <p:nvPr/>
        </p:nvSpPr>
        <p:spPr>
          <a:xfrm>
            <a:off x="1371600" y="5166360"/>
            <a:ext cx="1008396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6120" cy="347292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0360" cy="3015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7560" cy="214704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6840" cy="54684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2520" cy="272520"/>
          </a:xfrm>
          <a:prstGeom prst="rect">
            <a:avLst/>
          </a:prstGeom>
          <a:ln>
            <a:noFill/>
          </a:ln>
        </p:spPr>
      </p:pic>
      <p:sp>
        <p:nvSpPr>
          <p:cNvPr id="840" name="CustomShape 10"/>
          <p:cNvSpPr/>
          <p:nvPr/>
        </p:nvSpPr>
        <p:spPr>
          <a:xfrm>
            <a:off x="7955280" y="1828800"/>
            <a:ext cx="34545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0360" cy="958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7560" cy="223848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6840" cy="54684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2520" cy="272520"/>
          </a:xfrm>
          <a:prstGeom prst="rect">
            <a:avLst/>
          </a:prstGeom>
          <a:ln>
            <a:noFill/>
          </a:ln>
        </p:spPr>
      </p:pic>
      <p:sp>
        <p:nvSpPr>
          <p:cNvPr id="845" name="CustomShape 14"/>
          <p:cNvSpPr/>
          <p:nvPr/>
        </p:nvSpPr>
        <p:spPr>
          <a:xfrm>
            <a:off x="7955280" y="4114800"/>
            <a:ext cx="34545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0360" cy="1049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124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6120" cy="136980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5400" cy="45540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6800" cy="226800"/>
          </a:xfrm>
          <a:prstGeom prst="rect">
            <a:avLst/>
          </a:prstGeom>
          <a:ln>
            <a:noFill/>
          </a:ln>
        </p:spPr>
      </p:pic>
      <p:sp>
        <p:nvSpPr>
          <p:cNvPr id="850" name="CustomShape 18"/>
          <p:cNvSpPr/>
          <p:nvPr/>
        </p:nvSpPr>
        <p:spPr>
          <a:xfrm>
            <a:off x="1371600" y="4754880"/>
            <a:ext cx="521028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756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620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044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7480" cy="159840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5400" cy="45540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6800" cy="226800"/>
          </a:xfrm>
          <a:prstGeom prst="rect">
            <a:avLst/>
          </a:prstGeom>
          <a:ln>
            <a:noFill/>
          </a:ln>
        </p:spPr>
      </p:pic>
      <p:sp>
        <p:nvSpPr>
          <p:cNvPr id="884" name="CustomShape 33"/>
          <p:cNvSpPr/>
          <p:nvPr/>
        </p:nvSpPr>
        <p:spPr>
          <a:xfrm>
            <a:off x="8503920" y="4572000"/>
            <a:ext cx="295164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7680" cy="333576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4560" cy="333576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768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45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8280" cy="63828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8240" cy="318240"/>
          </a:xfrm>
          <a:prstGeom prst="rect">
            <a:avLst/>
          </a:prstGeom>
          <a:ln>
            <a:noFill/>
          </a:ln>
        </p:spPr>
      </p:pic>
      <p:sp>
        <p:nvSpPr>
          <p:cNvPr id="896" name="CustomShape 11"/>
          <p:cNvSpPr/>
          <p:nvPr/>
        </p:nvSpPr>
        <p:spPr>
          <a:xfrm>
            <a:off x="82296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8280" cy="63828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8240" cy="318240"/>
          </a:xfrm>
          <a:prstGeom prst="rect">
            <a:avLst/>
          </a:prstGeom>
          <a:ln>
            <a:noFill/>
          </a:ln>
        </p:spPr>
      </p:pic>
      <p:sp>
        <p:nvSpPr>
          <p:cNvPr id="902" name="CustomShape 16"/>
          <p:cNvSpPr/>
          <p:nvPr/>
        </p:nvSpPr>
        <p:spPr>
          <a:xfrm>
            <a:off x="294984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8280" cy="63828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8240" cy="318240"/>
          </a:xfrm>
          <a:prstGeom prst="rect">
            <a:avLst/>
          </a:prstGeom>
          <a:ln>
            <a:noFill/>
          </a:ln>
        </p:spPr>
      </p:pic>
      <p:sp>
        <p:nvSpPr>
          <p:cNvPr id="908" name="CustomShape 21"/>
          <p:cNvSpPr/>
          <p:nvPr/>
        </p:nvSpPr>
        <p:spPr>
          <a:xfrm>
            <a:off x="548820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8280" cy="63828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8240" cy="318240"/>
          </a:xfrm>
          <a:prstGeom prst="rect">
            <a:avLst/>
          </a:prstGeom>
          <a:ln>
            <a:noFill/>
          </a:ln>
        </p:spPr>
      </p:pic>
      <p:sp>
        <p:nvSpPr>
          <p:cNvPr id="914" name="CustomShape 26"/>
          <p:cNvSpPr/>
          <p:nvPr/>
        </p:nvSpPr>
        <p:spPr>
          <a:xfrm>
            <a:off x="761508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252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5040" cy="278712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8280" cy="63828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8240" cy="318240"/>
          </a:xfrm>
          <a:prstGeom prst="rect">
            <a:avLst/>
          </a:prstGeom>
          <a:ln>
            <a:noFill/>
          </a:ln>
        </p:spPr>
      </p:pic>
      <p:sp>
        <p:nvSpPr>
          <p:cNvPr id="920" name="CustomShape 31"/>
          <p:cNvSpPr/>
          <p:nvPr/>
        </p:nvSpPr>
        <p:spPr>
          <a:xfrm>
            <a:off x="9741960" y="3337560"/>
            <a:ext cx="1622160" cy="592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2160" cy="821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6800" cy="226800"/>
          </a:xfrm>
          <a:prstGeom prst="rect">
            <a:avLst/>
          </a:prstGeom>
          <a:ln>
            <a:noFill/>
          </a:ln>
        </p:spPr>
      </p:pic>
      <p:sp>
        <p:nvSpPr>
          <p:cNvPr id="925" name="CustomShape 35"/>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3320" cy="164412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7560" cy="1186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0360" cy="164412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5400" cy="45540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6800" cy="226800"/>
          </a:xfrm>
          <a:prstGeom prst="rect">
            <a:avLst/>
          </a:prstGeom>
          <a:ln>
            <a:noFill/>
          </a:ln>
        </p:spPr>
      </p:pic>
      <p:sp>
        <p:nvSpPr>
          <p:cNvPr id="937" name="CustomShape 11"/>
          <p:cNvSpPr/>
          <p:nvPr/>
        </p:nvSpPr>
        <p:spPr>
          <a:xfrm>
            <a:off x="8321040" y="4526280"/>
            <a:ext cx="3134520" cy="1644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8760" cy="82116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8760" cy="82116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8760" cy="82116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8760" cy="82116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4920" cy="342720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9160" cy="2970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4920" cy="86688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5400" cy="45540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6800" cy="226800"/>
          </a:xfrm>
          <a:prstGeom prst="rect">
            <a:avLst/>
          </a:prstGeom>
          <a:ln>
            <a:noFill/>
          </a:ln>
        </p:spPr>
      </p:pic>
      <p:sp>
        <p:nvSpPr>
          <p:cNvPr id="955" name="CustomShape 17"/>
          <p:cNvSpPr/>
          <p:nvPr/>
        </p:nvSpPr>
        <p:spPr>
          <a:xfrm>
            <a:off x="6126480" y="5303520"/>
            <a:ext cx="5329080" cy="866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7480" cy="347292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1720" cy="3015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89800" cy="82116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5400" cy="45540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6800" cy="226800"/>
          </a:xfrm>
          <a:prstGeom prst="rect">
            <a:avLst/>
          </a:prstGeom>
          <a:ln>
            <a:noFill/>
          </a:ln>
        </p:spPr>
      </p:pic>
      <p:sp>
        <p:nvSpPr>
          <p:cNvPr id="967" name="CustomShape 11"/>
          <p:cNvSpPr/>
          <p:nvPr/>
        </p:nvSpPr>
        <p:spPr>
          <a:xfrm>
            <a:off x="1371600" y="5349240"/>
            <a:ext cx="1008396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2520" cy="232992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2520" cy="272520"/>
          </a:xfrm>
          <a:prstGeom prst="rect">
            <a:avLst/>
          </a:prstGeom>
          <a:ln>
            <a:noFill/>
          </a:ln>
        </p:spPr>
      </p:pic>
      <p:sp>
        <p:nvSpPr>
          <p:cNvPr id="975"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2520" cy="232992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6840" cy="54684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2520" cy="272520"/>
          </a:xfrm>
          <a:prstGeom prst="rect">
            <a:avLst/>
          </a:prstGeom>
          <a:ln>
            <a:noFill/>
          </a:ln>
        </p:spPr>
      </p:pic>
      <p:sp>
        <p:nvSpPr>
          <p:cNvPr id="980"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2520" cy="232992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2520" cy="272520"/>
          </a:xfrm>
          <a:prstGeom prst="rect">
            <a:avLst/>
          </a:prstGeom>
          <a:ln>
            <a:noFill/>
          </a:ln>
        </p:spPr>
      </p:pic>
      <p:sp>
        <p:nvSpPr>
          <p:cNvPr id="985"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5320" cy="1141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7640" cy="196416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1880" cy="1506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6040" cy="196416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5400" cy="45540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6800" cy="226800"/>
          </a:xfrm>
          <a:prstGeom prst="rect">
            <a:avLst/>
          </a:prstGeom>
          <a:ln>
            <a:noFill/>
          </a:ln>
        </p:spPr>
      </p:pic>
      <p:sp>
        <p:nvSpPr>
          <p:cNvPr id="993" name="CustomShape 22"/>
          <p:cNvSpPr/>
          <p:nvPr/>
        </p:nvSpPr>
        <p:spPr>
          <a:xfrm>
            <a:off x="8595360" y="4206240"/>
            <a:ext cx="2860200" cy="1964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89800" cy="363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4200" cy="91260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572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564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4200" cy="91260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89800" cy="363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4200" cy="91260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572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5640" cy="91260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4200" cy="91260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3160" cy="114120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5400" cy="45540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6800" cy="226800"/>
          </a:xfrm>
          <a:prstGeom prst="rect">
            <a:avLst/>
          </a:prstGeom>
          <a:ln>
            <a:noFill/>
          </a:ln>
        </p:spPr>
      </p:pic>
      <p:sp>
        <p:nvSpPr>
          <p:cNvPr id="1017" name="CustomShape 23"/>
          <p:cNvSpPr/>
          <p:nvPr/>
        </p:nvSpPr>
        <p:spPr>
          <a:xfrm>
            <a:off x="1371600" y="5029200"/>
            <a:ext cx="438732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3160" cy="114120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5400" cy="45540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6800" cy="226800"/>
          </a:xfrm>
          <a:prstGeom prst="rect">
            <a:avLst/>
          </a:prstGeom>
          <a:ln>
            <a:noFill/>
          </a:ln>
        </p:spPr>
      </p:pic>
      <p:sp>
        <p:nvSpPr>
          <p:cNvPr id="1021" name="CustomShape 26"/>
          <p:cNvSpPr/>
          <p:nvPr/>
        </p:nvSpPr>
        <p:spPr>
          <a:xfrm>
            <a:off x="7068240" y="5029200"/>
            <a:ext cx="438732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53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3160" cy="274140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2520" cy="272520"/>
          </a:xfrm>
          <a:prstGeom prst="rect">
            <a:avLst/>
          </a:prstGeom>
          <a:ln>
            <a:noFill/>
          </a:ln>
        </p:spPr>
      </p:pic>
      <p:sp>
        <p:nvSpPr>
          <p:cNvPr id="1029" name="CustomShape 7"/>
          <p:cNvSpPr/>
          <p:nvPr/>
        </p:nvSpPr>
        <p:spPr>
          <a:xfrm>
            <a:off x="146304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5960" cy="15526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3160" cy="274140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6840" cy="54684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2520" cy="272520"/>
          </a:xfrm>
          <a:prstGeom prst="rect">
            <a:avLst/>
          </a:prstGeom>
          <a:ln>
            <a:noFill/>
          </a:ln>
        </p:spPr>
      </p:pic>
      <p:sp>
        <p:nvSpPr>
          <p:cNvPr id="1034" name="CustomShape 11"/>
          <p:cNvSpPr/>
          <p:nvPr/>
        </p:nvSpPr>
        <p:spPr>
          <a:xfrm>
            <a:off x="7159680" y="1828800"/>
            <a:ext cx="42501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5960" cy="15526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1960" cy="155268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6200" cy="1095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1720" cy="155268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5400" cy="45540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6800" cy="226800"/>
          </a:xfrm>
          <a:prstGeom prst="rect">
            <a:avLst/>
          </a:prstGeom>
          <a:ln>
            <a:noFill/>
          </a:ln>
        </p:spPr>
      </p:pic>
      <p:sp>
        <p:nvSpPr>
          <p:cNvPr id="1042" name="CustomShape 18"/>
          <p:cNvSpPr/>
          <p:nvPr/>
        </p:nvSpPr>
        <p:spPr>
          <a:xfrm>
            <a:off x="8869680" y="4617720"/>
            <a:ext cx="2585880" cy="1552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664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1160" cy="269568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3960" cy="1049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6280" cy="159840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0520" cy="1141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7400" cy="159840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5400" cy="45540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6800" cy="226800"/>
          </a:xfrm>
          <a:prstGeom prst="rect">
            <a:avLst/>
          </a:prstGeom>
          <a:ln>
            <a:noFill/>
          </a:ln>
        </p:spPr>
      </p:pic>
      <p:sp>
        <p:nvSpPr>
          <p:cNvPr id="1076" name="CustomShape 33"/>
          <p:cNvSpPr/>
          <p:nvPr/>
        </p:nvSpPr>
        <p:spPr>
          <a:xfrm>
            <a:off x="9144000" y="4572000"/>
            <a:ext cx="2311560" cy="1598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2520" cy="272520"/>
          </a:xfrm>
          <a:prstGeom prst="rect">
            <a:avLst/>
          </a:prstGeom>
          <a:ln>
            <a:noFill/>
          </a:ln>
        </p:spPr>
      </p:pic>
      <p:sp>
        <p:nvSpPr>
          <p:cNvPr id="1084" name="CustomShape 7"/>
          <p:cNvSpPr/>
          <p:nvPr/>
        </p:nvSpPr>
        <p:spPr>
          <a:xfrm>
            <a:off x="146304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6840" cy="54684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2520" cy="272520"/>
          </a:xfrm>
          <a:prstGeom prst="rect">
            <a:avLst/>
          </a:prstGeom>
          <a:ln>
            <a:noFill/>
          </a:ln>
        </p:spPr>
      </p:pic>
      <p:sp>
        <p:nvSpPr>
          <p:cNvPr id="1089" name="CustomShape 11"/>
          <p:cNvSpPr/>
          <p:nvPr/>
        </p:nvSpPr>
        <p:spPr>
          <a:xfrm>
            <a:off x="430452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5360" cy="338148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6840" cy="54684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2520" cy="272520"/>
          </a:xfrm>
          <a:prstGeom prst="rect">
            <a:avLst/>
          </a:prstGeom>
          <a:ln>
            <a:noFill/>
          </a:ln>
        </p:spPr>
      </p:pic>
      <p:sp>
        <p:nvSpPr>
          <p:cNvPr id="1094" name="CustomShape 15"/>
          <p:cNvSpPr/>
          <p:nvPr/>
        </p:nvSpPr>
        <p:spPr>
          <a:xfrm>
            <a:off x="714600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5360" cy="338148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6840" cy="54684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2520" cy="272520"/>
          </a:xfrm>
          <a:prstGeom prst="rect">
            <a:avLst/>
          </a:prstGeom>
          <a:ln>
            <a:noFill/>
          </a:ln>
        </p:spPr>
      </p:pic>
      <p:sp>
        <p:nvSpPr>
          <p:cNvPr id="1099" name="CustomShape 19"/>
          <p:cNvSpPr/>
          <p:nvPr/>
        </p:nvSpPr>
        <p:spPr>
          <a:xfrm>
            <a:off x="9987480" y="1828800"/>
            <a:ext cx="142236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8160" cy="21927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6800" cy="226800"/>
          </a:xfrm>
          <a:prstGeom prst="rect">
            <a:avLst/>
          </a:prstGeom>
          <a:ln>
            <a:noFill/>
          </a:ln>
        </p:spPr>
      </p:pic>
      <p:sp>
        <p:nvSpPr>
          <p:cNvPr id="1104" name="CustomShape 23"/>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6800" cy="226800"/>
          </a:xfrm>
          <a:prstGeom prst="rect">
            <a:avLst/>
          </a:prstGeom>
          <a:ln>
            <a:noFill/>
          </a:ln>
        </p:spPr>
      </p:pic>
      <p:sp>
        <p:nvSpPr>
          <p:cNvPr id="1112"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6800" cy="226800"/>
          </a:xfrm>
          <a:prstGeom prst="rect">
            <a:avLst/>
          </a:prstGeom>
          <a:ln>
            <a:noFill/>
          </a:ln>
        </p:spPr>
      </p:pic>
      <p:sp>
        <p:nvSpPr>
          <p:cNvPr id="1116"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6800" cy="226800"/>
          </a:xfrm>
          <a:prstGeom prst="rect">
            <a:avLst/>
          </a:prstGeom>
          <a:ln>
            <a:noFill/>
          </a:ln>
        </p:spPr>
      </p:pic>
      <p:sp>
        <p:nvSpPr>
          <p:cNvPr id="1120"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6800" cy="226800"/>
          </a:xfrm>
          <a:prstGeom prst="rect">
            <a:avLst/>
          </a:prstGeom>
          <a:ln>
            <a:noFill/>
          </a:ln>
        </p:spPr>
      </p:pic>
      <p:sp>
        <p:nvSpPr>
          <p:cNvPr id="1124"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6800" cy="226800"/>
          </a:xfrm>
          <a:prstGeom prst="rect">
            <a:avLst/>
          </a:prstGeom>
          <a:ln>
            <a:noFill/>
          </a:ln>
        </p:spPr>
      </p:pic>
      <p:sp>
        <p:nvSpPr>
          <p:cNvPr id="1128"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6800" cy="226800"/>
          </a:xfrm>
          <a:prstGeom prst="rect">
            <a:avLst/>
          </a:prstGeom>
          <a:ln>
            <a:noFill/>
          </a:ln>
        </p:spPr>
      </p:pic>
      <p:sp>
        <p:nvSpPr>
          <p:cNvPr id="1132"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684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2520" cy="272520"/>
          </a:xfrm>
          <a:prstGeom prst="rect">
            <a:avLst/>
          </a:prstGeom>
          <a:ln>
            <a:noFill/>
          </a:ln>
        </p:spPr>
      </p:pic>
      <p:sp>
        <p:nvSpPr>
          <p:cNvPr id="1142" name="CustomShape 7"/>
          <p:cNvSpPr/>
          <p:nvPr/>
        </p:nvSpPr>
        <p:spPr>
          <a:xfrm>
            <a:off x="146304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4964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6840" cy="315288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6840" cy="54684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2520" cy="272520"/>
          </a:xfrm>
          <a:prstGeom prst="rect">
            <a:avLst/>
          </a:prstGeom>
          <a:ln>
            <a:noFill/>
          </a:ln>
        </p:spPr>
      </p:pic>
      <p:sp>
        <p:nvSpPr>
          <p:cNvPr id="1147" name="CustomShape 11"/>
          <p:cNvSpPr/>
          <p:nvPr/>
        </p:nvSpPr>
        <p:spPr>
          <a:xfrm>
            <a:off x="714600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4964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89800" cy="114120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5400" cy="45540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6800" cy="226800"/>
          </a:xfrm>
          <a:prstGeom prst="rect">
            <a:avLst/>
          </a:prstGeom>
          <a:ln>
            <a:noFill/>
          </a:ln>
        </p:spPr>
      </p:pic>
      <p:sp>
        <p:nvSpPr>
          <p:cNvPr id="1152" name="CustomShape 15"/>
          <p:cNvSpPr/>
          <p:nvPr/>
        </p:nvSpPr>
        <p:spPr>
          <a:xfrm>
            <a:off x="1371600" y="5029200"/>
            <a:ext cx="1008396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264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264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2640" cy="821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83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836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2400" cy="8211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836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836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69800" cy="45540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2400" cy="82116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8360" cy="501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8360" cy="501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1880" cy="361008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6120" cy="3152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1800" cy="361008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460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4600" cy="278424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6800" cy="226800"/>
          </a:xfrm>
          <a:prstGeom prst="rect">
            <a:avLst/>
          </a:prstGeom>
          <a:ln>
            <a:noFill/>
          </a:ln>
        </p:spPr>
      </p:pic>
      <p:sp>
        <p:nvSpPr>
          <p:cNvPr id="1213" name="CustomShape 13"/>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3160" cy="232992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7400" cy="1872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3160" cy="196416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596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5960" cy="113832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052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476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0520" cy="136980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5400" cy="45540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6800" cy="226800"/>
          </a:xfrm>
          <a:prstGeom prst="rect">
            <a:avLst/>
          </a:prstGeom>
          <a:ln>
            <a:noFill/>
          </a:ln>
        </p:spPr>
      </p:pic>
      <p:sp>
        <p:nvSpPr>
          <p:cNvPr id="1230" name="CustomShape 16"/>
          <p:cNvSpPr/>
          <p:nvPr/>
        </p:nvSpPr>
        <p:spPr>
          <a:xfrm>
            <a:off x="7040880" y="4800600"/>
            <a:ext cx="4414680" cy="1369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188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612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1880" cy="127836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6120" cy="821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180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460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4600" cy="154980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61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8920" cy="257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8920" cy="543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60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252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2520" cy="272520"/>
          </a:xfrm>
          <a:prstGeom prst="rect">
            <a:avLst/>
          </a:prstGeom>
          <a:ln>
            <a:noFill/>
          </a:ln>
        </p:spPr>
      </p:pic>
      <p:sp>
        <p:nvSpPr>
          <p:cNvPr id="1268"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2520" cy="315288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6840" cy="54684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2520" cy="272520"/>
          </a:xfrm>
          <a:prstGeom prst="rect">
            <a:avLst/>
          </a:prstGeom>
          <a:ln>
            <a:noFill/>
          </a:ln>
        </p:spPr>
      </p:pic>
      <p:sp>
        <p:nvSpPr>
          <p:cNvPr id="1273"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124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2520" cy="315288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2520" cy="272520"/>
          </a:xfrm>
          <a:prstGeom prst="rect">
            <a:avLst/>
          </a:prstGeom>
          <a:ln>
            <a:noFill/>
          </a:ln>
        </p:spPr>
      </p:pic>
      <p:sp>
        <p:nvSpPr>
          <p:cNvPr id="1278"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5320" cy="19641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89800" cy="123264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5400" cy="45540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6800" cy="226800"/>
          </a:xfrm>
          <a:prstGeom prst="rect">
            <a:avLst/>
          </a:prstGeom>
          <a:ln>
            <a:noFill/>
          </a:ln>
        </p:spPr>
      </p:pic>
      <p:sp>
        <p:nvSpPr>
          <p:cNvPr id="1283" name="CustomShape 19"/>
          <p:cNvSpPr/>
          <p:nvPr/>
        </p:nvSpPr>
        <p:spPr>
          <a:xfrm>
            <a:off x="1371600" y="4892040"/>
            <a:ext cx="10083960" cy="1232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60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324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748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3240" cy="127836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5400" cy="45540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6800" cy="226800"/>
          </a:xfrm>
          <a:prstGeom prst="rect">
            <a:avLst/>
          </a:prstGeom>
          <a:ln>
            <a:noFill/>
          </a:ln>
        </p:spPr>
      </p:pic>
      <p:sp>
        <p:nvSpPr>
          <p:cNvPr id="1294" name="CustomShape 10"/>
          <p:cNvSpPr/>
          <p:nvPr/>
        </p:nvSpPr>
        <p:spPr>
          <a:xfrm>
            <a:off x="1371600" y="4892040"/>
            <a:ext cx="5027400" cy="1278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0440" cy="457020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6840" cy="54684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2520" cy="272520"/>
          </a:xfrm>
          <a:prstGeom prst="rect">
            <a:avLst/>
          </a:prstGeom>
          <a:ln>
            <a:noFill/>
          </a:ln>
        </p:spPr>
      </p:pic>
      <p:sp>
        <p:nvSpPr>
          <p:cNvPr id="1298" name="CustomShape 13"/>
          <p:cNvSpPr/>
          <p:nvPr/>
        </p:nvSpPr>
        <p:spPr>
          <a:xfrm>
            <a:off x="7772400" y="1828800"/>
            <a:ext cx="36374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3240" cy="3381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3160" cy="324432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7400" cy="2787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89800" cy="104976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5400" cy="45540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6800" cy="226800"/>
          </a:xfrm>
          <a:prstGeom prst="rect">
            <a:avLst/>
          </a:prstGeom>
          <a:ln>
            <a:noFill/>
          </a:ln>
        </p:spPr>
      </p:pic>
      <p:sp>
        <p:nvSpPr>
          <p:cNvPr id="1313" name="CustomShape 13"/>
          <p:cNvSpPr/>
          <p:nvPr/>
        </p:nvSpPr>
        <p:spPr>
          <a:xfrm>
            <a:off x="1371600" y="5120640"/>
            <a:ext cx="10083960" cy="1049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148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3160" cy="329004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7400" cy="2832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3160" cy="100404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5400" cy="45540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6800" cy="226800"/>
          </a:xfrm>
          <a:prstGeom prst="rect">
            <a:avLst/>
          </a:prstGeom>
          <a:ln>
            <a:noFill/>
          </a:ln>
        </p:spPr>
      </p:pic>
      <p:sp>
        <p:nvSpPr>
          <p:cNvPr id="1324" name="CustomShape 10"/>
          <p:cNvSpPr/>
          <p:nvPr/>
        </p:nvSpPr>
        <p:spPr>
          <a:xfrm>
            <a:off x="1371600" y="5166360"/>
            <a:ext cx="438732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3160" cy="228420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7400" cy="1827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724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7240" cy="363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9240" cy="30924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9240" cy="30924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9240" cy="30924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4280" cy="638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0964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09640" cy="219276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09640" cy="219276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3880" cy="1095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3880" cy="875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6800" cy="226800"/>
          </a:xfrm>
          <a:prstGeom prst="rect">
            <a:avLst/>
          </a:prstGeom>
          <a:ln>
            <a:noFill/>
          </a:ln>
        </p:spPr>
      </p:pic>
      <p:sp>
        <p:nvSpPr>
          <p:cNvPr id="1361" name="CustomShape 8"/>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5640" cy="40968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2840" cy="45540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09880" cy="109548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09880" cy="10954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09880" cy="109548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09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7640" cy="91260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032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3120" cy="2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3120" cy="55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1120" cy="50112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1120" cy="50112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1160" cy="237564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1120" cy="50112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396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3960" cy="729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3160" cy="191844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7400" cy="1461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3160" cy="191844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7400" cy="1461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7560" cy="361008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1800" cy="3152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6120" cy="118692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5400" cy="45540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6800" cy="226800"/>
          </a:xfrm>
          <a:prstGeom prst="rect">
            <a:avLst/>
          </a:prstGeom>
          <a:ln>
            <a:noFill/>
          </a:ln>
        </p:spPr>
      </p:pic>
      <p:sp>
        <p:nvSpPr>
          <p:cNvPr id="1432" name="CustomShape 11"/>
          <p:cNvSpPr/>
          <p:nvPr/>
        </p:nvSpPr>
        <p:spPr>
          <a:xfrm>
            <a:off x="7955280" y="4023360"/>
            <a:ext cx="350028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89800" cy="68400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5400" cy="45540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6800" cy="226800"/>
          </a:xfrm>
          <a:prstGeom prst="rect">
            <a:avLst/>
          </a:prstGeom>
          <a:ln>
            <a:noFill/>
          </a:ln>
        </p:spPr>
      </p:pic>
      <p:sp>
        <p:nvSpPr>
          <p:cNvPr id="1436" name="CustomShape 14"/>
          <p:cNvSpPr/>
          <p:nvPr/>
        </p:nvSpPr>
        <p:spPr>
          <a:xfrm>
            <a:off x="1371600" y="5486400"/>
            <a:ext cx="1008396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46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1120" cy="50112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1120" cy="50112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89800" cy="69912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1120" cy="50112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708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5040" cy="6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3160" cy="182700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7400" cy="1369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3160" cy="182700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7400" cy="1369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668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8280" cy="63828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8240" cy="318240"/>
          </a:xfrm>
          <a:prstGeom prst="rect">
            <a:avLst/>
          </a:prstGeom>
          <a:ln>
            <a:noFill/>
          </a:ln>
        </p:spPr>
      </p:pic>
      <p:sp>
        <p:nvSpPr>
          <p:cNvPr id="1466" name="CustomShape 4"/>
          <p:cNvSpPr/>
          <p:nvPr/>
        </p:nvSpPr>
        <p:spPr>
          <a:xfrm>
            <a:off x="10058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8280" cy="63828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8240" cy="318240"/>
          </a:xfrm>
          <a:prstGeom prst="rect">
            <a:avLst/>
          </a:prstGeom>
          <a:ln>
            <a:noFill/>
          </a:ln>
        </p:spPr>
      </p:pic>
      <p:sp>
        <p:nvSpPr>
          <p:cNvPr id="1471" name="CustomShape 8"/>
          <p:cNvSpPr/>
          <p:nvPr/>
        </p:nvSpPr>
        <p:spPr>
          <a:xfrm>
            <a:off x="37490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8280" cy="63828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8240" cy="318240"/>
          </a:xfrm>
          <a:prstGeom prst="rect">
            <a:avLst/>
          </a:prstGeom>
          <a:ln>
            <a:noFill/>
          </a:ln>
        </p:spPr>
      </p:pic>
      <p:sp>
        <p:nvSpPr>
          <p:cNvPr id="1476" name="CustomShape 12"/>
          <p:cNvSpPr/>
          <p:nvPr/>
        </p:nvSpPr>
        <p:spPr>
          <a:xfrm>
            <a:off x="64922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8280" cy="63828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8240" cy="318240"/>
          </a:xfrm>
          <a:prstGeom prst="rect">
            <a:avLst/>
          </a:prstGeom>
          <a:ln>
            <a:noFill/>
          </a:ln>
        </p:spPr>
      </p:pic>
      <p:sp>
        <p:nvSpPr>
          <p:cNvPr id="1481" name="CustomShape 16"/>
          <p:cNvSpPr/>
          <p:nvPr/>
        </p:nvSpPr>
        <p:spPr>
          <a:xfrm>
            <a:off x="92354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7400" cy="1827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49960" cy="327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6"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3160" cy="1552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3160" cy="821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5400" cy="45540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6800" cy="226800"/>
          </a:xfrm>
          <a:prstGeom prst="rect">
            <a:avLst/>
          </a:prstGeom>
          <a:ln>
            <a:noFill/>
          </a:ln>
        </p:spPr>
      </p:pic>
      <p:sp>
        <p:nvSpPr>
          <p:cNvPr id="1492" name="CustomShape 7"/>
          <p:cNvSpPr/>
          <p:nvPr/>
        </p:nvSpPr>
        <p:spPr>
          <a:xfrm>
            <a:off x="7452360" y="10515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5400" cy="45540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6800" cy="226800"/>
          </a:xfrm>
          <a:prstGeom prst="rect">
            <a:avLst/>
          </a:prstGeom>
          <a:ln>
            <a:noFill/>
          </a:ln>
        </p:spPr>
      </p:pic>
      <p:sp>
        <p:nvSpPr>
          <p:cNvPr id="1496" name="CustomShape 10"/>
          <p:cNvSpPr/>
          <p:nvPr/>
        </p:nvSpPr>
        <p:spPr>
          <a:xfrm>
            <a:off x="7452360" y="182880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5400" cy="45540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6800" cy="226800"/>
          </a:xfrm>
          <a:prstGeom prst="rect">
            <a:avLst/>
          </a:prstGeom>
          <a:ln>
            <a:noFill/>
          </a:ln>
        </p:spPr>
      </p:pic>
      <p:sp>
        <p:nvSpPr>
          <p:cNvPr id="1500" name="CustomShape 13"/>
          <p:cNvSpPr/>
          <p:nvPr/>
        </p:nvSpPr>
        <p:spPr>
          <a:xfrm>
            <a:off x="7452360" y="260604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5400" cy="45540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6800" cy="226800"/>
          </a:xfrm>
          <a:prstGeom prst="rect">
            <a:avLst/>
          </a:prstGeom>
          <a:ln>
            <a:noFill/>
          </a:ln>
        </p:spPr>
      </p:pic>
      <p:sp>
        <p:nvSpPr>
          <p:cNvPr id="1504" name="CustomShape 16"/>
          <p:cNvSpPr/>
          <p:nvPr/>
        </p:nvSpPr>
        <p:spPr>
          <a:xfrm>
            <a:off x="7452360" y="338328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5400" cy="45540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6800" cy="226800"/>
          </a:xfrm>
          <a:prstGeom prst="rect">
            <a:avLst/>
          </a:prstGeom>
          <a:ln>
            <a:noFill/>
          </a:ln>
        </p:spPr>
      </p:pic>
      <p:sp>
        <p:nvSpPr>
          <p:cNvPr id="1508" name="CustomShape 19"/>
          <p:cNvSpPr/>
          <p:nvPr/>
        </p:nvSpPr>
        <p:spPr>
          <a:xfrm>
            <a:off x="7452360" y="416052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5960" cy="66564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5400" cy="45540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6800" cy="226800"/>
          </a:xfrm>
          <a:prstGeom prst="rect">
            <a:avLst/>
          </a:prstGeom>
          <a:ln>
            <a:noFill/>
          </a:ln>
        </p:spPr>
      </p:pic>
      <p:sp>
        <p:nvSpPr>
          <p:cNvPr id="1512" name="CustomShape 22"/>
          <p:cNvSpPr/>
          <p:nvPr/>
        </p:nvSpPr>
        <p:spPr>
          <a:xfrm>
            <a:off x="7452360" y="4937760"/>
            <a:ext cx="4021560" cy="665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89800" cy="100404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5400" cy="45540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6800" cy="226800"/>
          </a:xfrm>
          <a:prstGeom prst="rect">
            <a:avLst/>
          </a:prstGeom>
          <a:ln>
            <a:noFill/>
          </a:ln>
        </p:spPr>
      </p:pic>
      <p:sp>
        <p:nvSpPr>
          <p:cNvPr id="1523" name="CustomShape 8"/>
          <p:cNvSpPr/>
          <p:nvPr/>
        </p:nvSpPr>
        <p:spPr>
          <a:xfrm>
            <a:off x="1371600" y="5120640"/>
            <a:ext cx="10083960" cy="1004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2400" cy="34560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2440" cy="1656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2440" cy="1656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4120" cy="455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2440" cy="1656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3960" cy="36396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3960" cy="36396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3960" cy="36396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4920" cy="21780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4920" cy="21780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4920" cy="21780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4920" cy="21780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4920" cy="21780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4920" cy="21780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4920" cy="21780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4920" cy="21780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4920" cy="21780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4920" cy="21780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4920" cy="21780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4920" cy="21780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4920" cy="21780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4920" cy="21780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4920" cy="21780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4920" cy="21780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4920" cy="21780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4920" cy="21780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4920" cy="21780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4920" cy="21780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4920" cy="21780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4920" cy="21780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4920" cy="21780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4920" cy="21780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4920" cy="21780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4920" cy="21780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4920" cy="21780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4920" cy="21780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4920" cy="21780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4920" cy="21780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4920" cy="21780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4920" cy="21780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4920" cy="21780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4920" cy="21780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4920" cy="21780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4920" cy="21780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4920" cy="21780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4920" cy="21780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4920" cy="21780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4920" cy="21780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4920" cy="21780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4920" cy="21780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4920" cy="21780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4920" cy="21780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4920" cy="21780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4920" cy="21780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4920" cy="21780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4920" cy="21780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4920" cy="21780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4920" cy="21780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4920" cy="21780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4920" cy="21780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4920" cy="21780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4920" cy="21780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4920" cy="21780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4920" cy="21780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4920" cy="21780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4920" cy="21780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4920" cy="21780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4920" cy="21780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4920" cy="21780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4920" cy="21780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4920" cy="21780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4920" cy="21780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4040" cy="181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4200" cy="38232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89800" cy="29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5760" cy="34560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5760" cy="34560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5760" cy="34560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7800" cy="23580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5360" cy="100404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5760" cy="34560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5760" cy="4554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6840" cy="54684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2520" cy="272520"/>
          </a:xfrm>
          <a:prstGeom prst="rect">
            <a:avLst/>
          </a:prstGeom>
          <a:ln>
            <a:noFill/>
          </a:ln>
        </p:spPr>
      </p:pic>
      <p:sp>
        <p:nvSpPr>
          <p:cNvPr id="1638" name="CustomShape 10"/>
          <p:cNvSpPr/>
          <p:nvPr/>
        </p:nvSpPr>
        <p:spPr>
          <a:xfrm>
            <a:off x="8778240" y="160020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6840" cy="54684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2520" cy="272520"/>
          </a:xfrm>
          <a:prstGeom prst="rect">
            <a:avLst/>
          </a:prstGeom>
          <a:ln>
            <a:noFill/>
          </a:ln>
        </p:spPr>
      </p:pic>
      <p:sp>
        <p:nvSpPr>
          <p:cNvPr id="1642" name="CustomShape 13"/>
          <p:cNvSpPr/>
          <p:nvPr/>
        </p:nvSpPr>
        <p:spPr>
          <a:xfrm>
            <a:off x="8778240" y="321876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460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6840" cy="54684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2520" cy="272520"/>
          </a:xfrm>
          <a:prstGeom prst="rect">
            <a:avLst/>
          </a:prstGeom>
          <a:ln>
            <a:noFill/>
          </a:ln>
        </p:spPr>
      </p:pic>
      <p:sp>
        <p:nvSpPr>
          <p:cNvPr id="1646" name="CustomShape 16"/>
          <p:cNvSpPr/>
          <p:nvPr/>
        </p:nvSpPr>
        <p:spPr>
          <a:xfrm>
            <a:off x="8778240" y="4837320"/>
            <a:ext cx="267732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3160" cy="306144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7400" cy="2604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0520" cy="306144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4760" cy="2604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89800" cy="114120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5400" cy="45540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6800" cy="226800"/>
          </a:xfrm>
          <a:prstGeom prst="rect">
            <a:avLst/>
          </a:prstGeom>
          <a:ln>
            <a:noFill/>
          </a:ln>
        </p:spPr>
      </p:pic>
      <p:sp>
        <p:nvSpPr>
          <p:cNvPr id="1660" name="CustomShape 13"/>
          <p:cNvSpPr/>
          <p:nvPr/>
        </p:nvSpPr>
        <p:spPr>
          <a:xfrm>
            <a:off x="1371600" y="4983480"/>
            <a:ext cx="1008396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79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624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048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6840" cy="54684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2520" cy="272520"/>
          </a:xfrm>
          <a:prstGeom prst="rect">
            <a:avLst/>
          </a:prstGeom>
          <a:ln>
            <a:noFill/>
          </a:ln>
        </p:spPr>
      </p:pic>
      <p:sp>
        <p:nvSpPr>
          <p:cNvPr id="1671" name="CustomShape 10"/>
          <p:cNvSpPr/>
          <p:nvPr/>
        </p:nvSpPr>
        <p:spPr>
          <a:xfrm>
            <a:off x="8915400" y="160020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6840" cy="54684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2520" cy="272520"/>
          </a:xfrm>
          <a:prstGeom prst="rect">
            <a:avLst/>
          </a:prstGeom>
          <a:ln>
            <a:noFill/>
          </a:ln>
        </p:spPr>
      </p:pic>
      <p:sp>
        <p:nvSpPr>
          <p:cNvPr id="1675" name="CustomShape 13"/>
          <p:cNvSpPr/>
          <p:nvPr/>
        </p:nvSpPr>
        <p:spPr>
          <a:xfrm>
            <a:off x="8915400" y="321876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744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6840" cy="54684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2520" cy="272520"/>
          </a:xfrm>
          <a:prstGeom prst="rect">
            <a:avLst/>
          </a:prstGeom>
          <a:ln>
            <a:noFill/>
          </a:ln>
        </p:spPr>
      </p:pic>
      <p:sp>
        <p:nvSpPr>
          <p:cNvPr id="1679" name="CustomShape 16"/>
          <p:cNvSpPr/>
          <p:nvPr/>
        </p:nvSpPr>
        <p:spPr>
          <a:xfrm>
            <a:off x="8915400" y="4837320"/>
            <a:ext cx="254016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09640" cy="136980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3880" cy="6840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3880" cy="546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7560" cy="292428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1800" cy="2467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6120" cy="292428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6840" cy="54684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2520" cy="272520"/>
          </a:xfrm>
          <a:prstGeom prst="rect">
            <a:avLst/>
          </a:prstGeom>
          <a:ln>
            <a:noFill/>
          </a:ln>
        </p:spPr>
      </p:pic>
      <p:sp>
        <p:nvSpPr>
          <p:cNvPr id="1699" name="CustomShape 19"/>
          <p:cNvSpPr/>
          <p:nvPr/>
        </p:nvSpPr>
        <p:spPr>
          <a:xfrm>
            <a:off x="8046720" y="3474720"/>
            <a:ext cx="33631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8920" cy="17355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3400" cy="338148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7640" cy="2924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6800" cy="226800"/>
          </a:xfrm>
          <a:prstGeom prst="rect">
            <a:avLst/>
          </a:prstGeom>
          <a:ln>
            <a:noFill/>
          </a:ln>
        </p:spPr>
      </p:pic>
      <p:sp>
        <p:nvSpPr>
          <p:cNvPr id="1712" name="CustomShape 11"/>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472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2520" cy="272520"/>
          </a:xfrm>
          <a:prstGeom prst="rect">
            <a:avLst/>
          </a:prstGeom>
          <a:ln>
            <a:noFill/>
          </a:ln>
        </p:spPr>
      </p:pic>
      <p:sp>
        <p:nvSpPr>
          <p:cNvPr id="1720" name="CustomShape 7"/>
          <p:cNvSpPr/>
          <p:nvPr/>
        </p:nvSpPr>
        <p:spPr>
          <a:xfrm>
            <a:off x="146304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6840" cy="54684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2520" cy="272520"/>
          </a:xfrm>
          <a:prstGeom prst="rect">
            <a:avLst/>
          </a:prstGeom>
          <a:ln>
            <a:noFill/>
          </a:ln>
        </p:spPr>
      </p:pic>
      <p:sp>
        <p:nvSpPr>
          <p:cNvPr id="1725" name="CustomShape 11"/>
          <p:cNvSpPr/>
          <p:nvPr/>
        </p:nvSpPr>
        <p:spPr>
          <a:xfrm>
            <a:off x="525168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6840" cy="54684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2520" cy="272520"/>
          </a:xfrm>
          <a:prstGeom prst="rect">
            <a:avLst/>
          </a:prstGeom>
          <a:ln>
            <a:noFill/>
          </a:ln>
        </p:spPr>
      </p:pic>
      <p:sp>
        <p:nvSpPr>
          <p:cNvPr id="1730" name="CustomShape 15"/>
          <p:cNvSpPr/>
          <p:nvPr/>
        </p:nvSpPr>
        <p:spPr>
          <a:xfrm>
            <a:off x="9040320" y="182880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2520" cy="272520"/>
          </a:xfrm>
          <a:prstGeom prst="rect">
            <a:avLst/>
          </a:prstGeom>
          <a:ln>
            <a:noFill/>
          </a:ln>
        </p:spPr>
      </p:pic>
      <p:sp>
        <p:nvSpPr>
          <p:cNvPr id="1735" name="CustomShape 19"/>
          <p:cNvSpPr/>
          <p:nvPr/>
        </p:nvSpPr>
        <p:spPr>
          <a:xfrm>
            <a:off x="146304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6840" cy="54684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2520" cy="272520"/>
          </a:xfrm>
          <a:prstGeom prst="rect">
            <a:avLst/>
          </a:prstGeom>
          <a:ln>
            <a:noFill/>
          </a:ln>
        </p:spPr>
      </p:pic>
      <p:sp>
        <p:nvSpPr>
          <p:cNvPr id="1740" name="CustomShape 23"/>
          <p:cNvSpPr/>
          <p:nvPr/>
        </p:nvSpPr>
        <p:spPr>
          <a:xfrm>
            <a:off x="525168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25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6840" cy="54684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2520" cy="272520"/>
          </a:xfrm>
          <a:prstGeom prst="rect">
            <a:avLst/>
          </a:prstGeom>
          <a:ln>
            <a:noFill/>
          </a:ln>
        </p:spPr>
      </p:pic>
      <p:sp>
        <p:nvSpPr>
          <p:cNvPr id="1745" name="CustomShape 27"/>
          <p:cNvSpPr/>
          <p:nvPr/>
        </p:nvSpPr>
        <p:spPr>
          <a:xfrm>
            <a:off x="9040320" y="4251960"/>
            <a:ext cx="23695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53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3080" cy="301572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7320" cy="2558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89800" cy="118692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5400" cy="45540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6800" cy="226800"/>
          </a:xfrm>
          <a:prstGeom prst="rect">
            <a:avLst/>
          </a:prstGeom>
          <a:ln>
            <a:noFill/>
          </a:ln>
        </p:spPr>
      </p:pic>
      <p:sp>
        <p:nvSpPr>
          <p:cNvPr id="1758" name="CustomShape 11"/>
          <p:cNvSpPr/>
          <p:nvPr/>
        </p:nvSpPr>
        <p:spPr>
          <a:xfrm>
            <a:off x="1371600" y="4937760"/>
            <a:ext cx="10083960" cy="1186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2520" cy="272520"/>
          </a:xfrm>
          <a:prstGeom prst="rect">
            <a:avLst/>
          </a:prstGeom>
          <a:ln>
            <a:noFill/>
          </a:ln>
        </p:spPr>
      </p:pic>
      <p:sp>
        <p:nvSpPr>
          <p:cNvPr id="1766" name="CustomShape 7"/>
          <p:cNvSpPr/>
          <p:nvPr/>
        </p:nvSpPr>
        <p:spPr>
          <a:xfrm>
            <a:off x="1463040" y="182880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6840" cy="54684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2520" cy="272520"/>
          </a:xfrm>
          <a:prstGeom prst="rect">
            <a:avLst/>
          </a:prstGeom>
          <a:ln>
            <a:noFill/>
          </a:ln>
        </p:spPr>
      </p:pic>
      <p:sp>
        <p:nvSpPr>
          <p:cNvPr id="1771" name="CustomShape 11"/>
          <p:cNvSpPr/>
          <p:nvPr/>
        </p:nvSpPr>
        <p:spPr>
          <a:xfrm>
            <a:off x="4754880" y="182880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6840" cy="54684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2520" cy="272520"/>
          </a:xfrm>
          <a:prstGeom prst="rect">
            <a:avLst/>
          </a:prstGeom>
          <a:ln>
            <a:noFill/>
          </a:ln>
        </p:spPr>
      </p:pic>
      <p:sp>
        <p:nvSpPr>
          <p:cNvPr id="1776" name="CustomShape 15"/>
          <p:cNvSpPr/>
          <p:nvPr/>
        </p:nvSpPr>
        <p:spPr>
          <a:xfrm>
            <a:off x="1463040" y="425196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5720" cy="214704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6840" cy="54684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2520" cy="272520"/>
          </a:xfrm>
          <a:prstGeom prst="rect">
            <a:avLst/>
          </a:prstGeom>
          <a:ln>
            <a:noFill/>
          </a:ln>
        </p:spPr>
      </p:pic>
      <p:sp>
        <p:nvSpPr>
          <p:cNvPr id="1781" name="CustomShape 19"/>
          <p:cNvSpPr/>
          <p:nvPr/>
        </p:nvSpPr>
        <p:spPr>
          <a:xfrm>
            <a:off x="4754880" y="4251960"/>
            <a:ext cx="187272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8520" cy="958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6120" cy="315288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0360" cy="2695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6120" cy="114120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5400" cy="45540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6800" cy="226800"/>
          </a:xfrm>
          <a:prstGeom prst="rect">
            <a:avLst/>
          </a:prstGeom>
          <a:ln>
            <a:noFill/>
          </a:ln>
        </p:spPr>
      </p:pic>
      <p:sp>
        <p:nvSpPr>
          <p:cNvPr id="1789" name="CustomShape 26"/>
          <p:cNvSpPr/>
          <p:nvPr/>
        </p:nvSpPr>
        <p:spPr>
          <a:xfrm>
            <a:off x="7955280" y="5029200"/>
            <a:ext cx="3500280" cy="1141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756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180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6840" cy="54684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2520" cy="272520"/>
          </a:xfrm>
          <a:prstGeom prst="rect">
            <a:avLst/>
          </a:prstGeom>
          <a:ln>
            <a:noFill/>
          </a:ln>
        </p:spPr>
      </p:pic>
      <p:sp>
        <p:nvSpPr>
          <p:cNvPr id="1800" name="CustomShape 10"/>
          <p:cNvSpPr/>
          <p:nvPr/>
        </p:nvSpPr>
        <p:spPr>
          <a:xfrm>
            <a:off x="8046720" y="160020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6840" cy="54684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2520" cy="272520"/>
          </a:xfrm>
          <a:prstGeom prst="rect">
            <a:avLst/>
          </a:prstGeom>
          <a:ln>
            <a:noFill/>
          </a:ln>
        </p:spPr>
      </p:pic>
      <p:sp>
        <p:nvSpPr>
          <p:cNvPr id="1804" name="CustomShape 13"/>
          <p:cNvSpPr/>
          <p:nvPr/>
        </p:nvSpPr>
        <p:spPr>
          <a:xfrm>
            <a:off x="8046720" y="321876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6120" cy="133308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6840" cy="54684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2520" cy="272520"/>
          </a:xfrm>
          <a:prstGeom prst="rect">
            <a:avLst/>
          </a:prstGeom>
          <a:ln>
            <a:noFill/>
          </a:ln>
        </p:spPr>
      </p:pic>
      <p:sp>
        <p:nvSpPr>
          <p:cNvPr id="1808" name="CustomShape 16"/>
          <p:cNvSpPr/>
          <p:nvPr/>
        </p:nvSpPr>
        <p:spPr>
          <a:xfrm>
            <a:off x="8046720" y="4837320"/>
            <a:ext cx="3408840" cy="13330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276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684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6840" cy="54684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2520" cy="272520"/>
          </a:xfrm>
          <a:prstGeom prst="rect">
            <a:avLst/>
          </a:prstGeom>
          <a:ln>
            <a:noFill/>
          </a:ln>
        </p:spPr>
      </p:pic>
      <p:sp>
        <p:nvSpPr>
          <p:cNvPr id="1816" name="CustomShape 7"/>
          <p:cNvSpPr/>
          <p:nvPr/>
        </p:nvSpPr>
        <p:spPr>
          <a:xfrm>
            <a:off x="146304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49640" cy="2238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6840" cy="342720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6840" cy="54684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2520" cy="272520"/>
          </a:xfrm>
          <a:prstGeom prst="rect">
            <a:avLst/>
          </a:prstGeom>
          <a:ln>
            <a:noFill/>
          </a:ln>
        </p:spPr>
      </p:pic>
      <p:sp>
        <p:nvSpPr>
          <p:cNvPr id="1821" name="CustomShape 11"/>
          <p:cNvSpPr/>
          <p:nvPr/>
        </p:nvSpPr>
        <p:spPr>
          <a:xfrm>
            <a:off x="7146000" y="1828800"/>
            <a:ext cx="426384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49640" cy="22384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6800" cy="226800"/>
          </a:xfrm>
          <a:prstGeom prst="rect">
            <a:avLst/>
          </a:prstGeom>
          <a:ln>
            <a:noFill/>
          </a:ln>
        </p:spPr>
      </p:pic>
      <p:sp>
        <p:nvSpPr>
          <p:cNvPr id="1826" name="CustomShape 15"/>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860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1120" cy="50112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1120" cy="50112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5160" cy="27252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1920" cy="342720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1120" cy="50112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1120" cy="5011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4720" cy="638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4720" cy="1781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89800" cy="91260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5400" cy="45540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6800" cy="226800"/>
          </a:xfrm>
          <a:prstGeom prst="rect">
            <a:avLst/>
          </a:prstGeom>
          <a:ln>
            <a:noFill/>
          </a:ln>
        </p:spPr>
      </p:pic>
      <p:sp>
        <p:nvSpPr>
          <p:cNvPr id="1851" name="CustomShape 24"/>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40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6840" cy="54684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2520" cy="272520"/>
          </a:xfrm>
          <a:prstGeom prst="rect">
            <a:avLst/>
          </a:prstGeom>
          <a:ln>
            <a:noFill/>
          </a:ln>
        </p:spPr>
      </p:pic>
      <p:sp>
        <p:nvSpPr>
          <p:cNvPr id="1859" name="CustomShape 7"/>
          <p:cNvSpPr/>
          <p:nvPr/>
        </p:nvSpPr>
        <p:spPr>
          <a:xfrm>
            <a:off x="1463040" y="160020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6840" cy="54684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2520" cy="272520"/>
          </a:xfrm>
          <a:prstGeom prst="rect">
            <a:avLst/>
          </a:prstGeom>
          <a:ln>
            <a:noFill/>
          </a:ln>
        </p:spPr>
      </p:pic>
      <p:sp>
        <p:nvSpPr>
          <p:cNvPr id="1863" name="CustomShape 10"/>
          <p:cNvSpPr/>
          <p:nvPr/>
        </p:nvSpPr>
        <p:spPr>
          <a:xfrm>
            <a:off x="7146000" y="160020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6840" cy="54684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2520" cy="272520"/>
          </a:xfrm>
          <a:prstGeom prst="rect">
            <a:avLst/>
          </a:prstGeom>
          <a:ln>
            <a:noFill/>
          </a:ln>
        </p:spPr>
      </p:pic>
      <p:sp>
        <p:nvSpPr>
          <p:cNvPr id="1867" name="CustomShape 13"/>
          <p:cNvSpPr/>
          <p:nvPr/>
        </p:nvSpPr>
        <p:spPr>
          <a:xfrm>
            <a:off x="1463040" y="338328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6840" cy="155268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6840" cy="54684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2520" cy="272520"/>
          </a:xfrm>
          <a:prstGeom prst="rect">
            <a:avLst/>
          </a:prstGeom>
          <a:ln>
            <a:noFill/>
          </a:ln>
        </p:spPr>
      </p:pic>
      <p:sp>
        <p:nvSpPr>
          <p:cNvPr id="1871" name="CustomShape 16"/>
          <p:cNvSpPr/>
          <p:nvPr/>
        </p:nvSpPr>
        <p:spPr>
          <a:xfrm>
            <a:off x="7146000" y="3383280"/>
            <a:ext cx="4309560" cy="1552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89800" cy="91260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5400" cy="45540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6800" cy="226800"/>
          </a:xfrm>
          <a:prstGeom prst="rect">
            <a:avLst/>
          </a:prstGeom>
          <a:ln>
            <a:noFill/>
          </a:ln>
        </p:spPr>
      </p:pic>
      <p:sp>
        <p:nvSpPr>
          <p:cNvPr id="1875" name="CustomShape 19"/>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688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6840" cy="54684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6840" cy="54684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6840" cy="54684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46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6840" cy="54684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73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624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6840" cy="54684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6840" cy="54684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0200" cy="91260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6840" cy="54684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6840" cy="546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2920" cy="9126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3480" cy="338148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7720" cy="2924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89800" cy="91260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5400" cy="45540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6800" cy="226800"/>
          </a:xfrm>
          <a:prstGeom prst="rect">
            <a:avLst/>
          </a:prstGeom>
          <a:ln>
            <a:noFill/>
          </a:ln>
        </p:spPr>
      </p:pic>
      <p:sp>
        <p:nvSpPr>
          <p:cNvPr id="1921" name="CustomShape 22"/>
          <p:cNvSpPr/>
          <p:nvPr/>
        </p:nvSpPr>
        <p:spPr>
          <a:xfrm>
            <a:off x="1371600" y="5257800"/>
            <a:ext cx="1008396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400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9080" cy="457020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1400" cy="226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6"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3320" cy="4113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4600" cy="246708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6840" cy="54684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2520" cy="272520"/>
          </a:xfrm>
          <a:prstGeom prst="rect">
            <a:avLst/>
          </a:prstGeom>
          <a:ln>
            <a:noFill/>
          </a:ln>
        </p:spPr>
      </p:pic>
      <p:sp>
        <p:nvSpPr>
          <p:cNvPr id="1932" name="CustomShape 10"/>
          <p:cNvSpPr/>
          <p:nvPr/>
        </p:nvSpPr>
        <p:spPr>
          <a:xfrm>
            <a:off x="8778240" y="1828800"/>
            <a:ext cx="26316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7400" cy="127836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4600" cy="182700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5400" cy="45540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6800" cy="226800"/>
          </a:xfrm>
          <a:prstGeom prst="rect">
            <a:avLst/>
          </a:prstGeom>
          <a:ln>
            <a:noFill/>
          </a:ln>
        </p:spPr>
      </p:pic>
      <p:sp>
        <p:nvSpPr>
          <p:cNvPr id="1937" name="CustomShape 14"/>
          <p:cNvSpPr/>
          <p:nvPr/>
        </p:nvSpPr>
        <p:spPr>
          <a:xfrm>
            <a:off x="8686800" y="4343400"/>
            <a:ext cx="2768760" cy="1827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5960" cy="2725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7520" cy="132408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1760" cy="661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1760" cy="528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9000" cy="297000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6840" cy="54684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2520" cy="272520"/>
          </a:xfrm>
          <a:prstGeom prst="rect">
            <a:avLst/>
          </a:prstGeom>
          <a:ln>
            <a:noFill/>
          </a:ln>
        </p:spPr>
      </p:pic>
      <p:sp>
        <p:nvSpPr>
          <p:cNvPr id="1957" name="CustomShape 19"/>
          <p:cNvSpPr/>
          <p:nvPr/>
        </p:nvSpPr>
        <p:spPr>
          <a:xfrm>
            <a:off x="1463040" y="3429000"/>
            <a:ext cx="525600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1800" cy="17812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4680" cy="297000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6840" cy="54684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2520" cy="272520"/>
          </a:xfrm>
          <a:prstGeom prst="rect">
            <a:avLst/>
          </a:prstGeom>
          <a:ln>
            <a:noFill/>
          </a:ln>
        </p:spPr>
      </p:pic>
      <p:sp>
        <p:nvSpPr>
          <p:cNvPr id="1962" name="CustomShape 23"/>
          <p:cNvSpPr/>
          <p:nvPr/>
        </p:nvSpPr>
        <p:spPr>
          <a:xfrm>
            <a:off x="8138160" y="3429000"/>
            <a:ext cx="3271680" cy="546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7480" cy="1781280"/>
          </a:xfrm>
          <a:prstGeom prst="rect">
            <a:avLst/>
          </a:prstGeom>
          <a:noFill/>
          <a:ln>
            <a:noFill/>
          </a:ln>
        </p:spPr>
        <p:style>
          <a:lnRef idx="0"/>
          <a:fillRef idx="0"/>
          <a:effectRef idx="0"/>
          <a:fontRef idx="minor"/>
        </p:style>
        <p:txBody>
          <a:bodyPr lIns="0" rIns="0" tIns="0" bIns="0">
            <a:noAutofit/>
          </a:bodyPr>
          <a:p>
            <a:pPr marL="203040" indent="-20124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124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1240" cy="27252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6"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2680" cy="684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6840" cy="54684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2520" cy="272520"/>
          </a:xfrm>
          <a:prstGeom prst="rect">
            <a:avLst/>
          </a:prstGeom>
          <a:ln>
            <a:noFill/>
          </a:ln>
        </p:spPr>
      </p:pic>
      <p:sp>
        <p:nvSpPr>
          <p:cNvPr id="1971" name="CustomShape 7"/>
          <p:cNvSpPr/>
          <p:nvPr/>
        </p:nvSpPr>
        <p:spPr>
          <a:xfrm>
            <a:off x="1463040" y="160020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6840" cy="54684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2520" cy="272520"/>
          </a:xfrm>
          <a:prstGeom prst="rect">
            <a:avLst/>
          </a:prstGeom>
          <a:ln>
            <a:noFill/>
          </a:ln>
        </p:spPr>
      </p:pic>
      <p:sp>
        <p:nvSpPr>
          <p:cNvPr id="1975" name="CustomShape 10"/>
          <p:cNvSpPr/>
          <p:nvPr/>
        </p:nvSpPr>
        <p:spPr>
          <a:xfrm>
            <a:off x="7146000" y="160020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6840" cy="54684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2520" cy="272520"/>
          </a:xfrm>
          <a:prstGeom prst="rect">
            <a:avLst/>
          </a:prstGeom>
          <a:ln>
            <a:noFill/>
          </a:ln>
        </p:spPr>
      </p:pic>
      <p:sp>
        <p:nvSpPr>
          <p:cNvPr id="1979" name="CustomShape 13"/>
          <p:cNvSpPr/>
          <p:nvPr/>
        </p:nvSpPr>
        <p:spPr>
          <a:xfrm>
            <a:off x="1463040" y="276624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6840" cy="54684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2520" cy="272520"/>
          </a:xfrm>
          <a:prstGeom prst="rect">
            <a:avLst/>
          </a:prstGeom>
          <a:ln>
            <a:noFill/>
          </a:ln>
        </p:spPr>
      </p:pic>
      <p:sp>
        <p:nvSpPr>
          <p:cNvPr id="1983" name="CustomShape 16"/>
          <p:cNvSpPr/>
          <p:nvPr/>
        </p:nvSpPr>
        <p:spPr>
          <a:xfrm>
            <a:off x="7146000" y="276624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6840" cy="54684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2520" cy="272520"/>
          </a:xfrm>
          <a:prstGeom prst="rect">
            <a:avLst/>
          </a:prstGeom>
          <a:ln>
            <a:noFill/>
          </a:ln>
        </p:spPr>
      </p:pic>
      <p:sp>
        <p:nvSpPr>
          <p:cNvPr id="1987" name="CustomShape 19"/>
          <p:cNvSpPr/>
          <p:nvPr/>
        </p:nvSpPr>
        <p:spPr>
          <a:xfrm>
            <a:off x="1463040" y="393192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6840" cy="54684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2520" cy="272520"/>
          </a:xfrm>
          <a:prstGeom prst="rect">
            <a:avLst/>
          </a:prstGeom>
          <a:ln>
            <a:noFill/>
          </a:ln>
        </p:spPr>
      </p:pic>
      <p:sp>
        <p:nvSpPr>
          <p:cNvPr id="1991" name="CustomShape 22"/>
          <p:cNvSpPr/>
          <p:nvPr/>
        </p:nvSpPr>
        <p:spPr>
          <a:xfrm>
            <a:off x="7146000" y="393192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6840" cy="54684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2520" cy="272520"/>
          </a:xfrm>
          <a:prstGeom prst="rect">
            <a:avLst/>
          </a:prstGeom>
          <a:ln>
            <a:noFill/>
          </a:ln>
        </p:spPr>
      </p:pic>
      <p:sp>
        <p:nvSpPr>
          <p:cNvPr id="1995" name="CustomShape 25"/>
          <p:cNvSpPr/>
          <p:nvPr/>
        </p:nvSpPr>
        <p:spPr>
          <a:xfrm>
            <a:off x="1463040" y="509796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6840" cy="88992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6840" cy="54684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2520" cy="272520"/>
          </a:xfrm>
          <a:prstGeom prst="rect">
            <a:avLst/>
          </a:prstGeom>
          <a:ln>
            <a:noFill/>
          </a:ln>
        </p:spPr>
      </p:pic>
      <p:sp>
        <p:nvSpPr>
          <p:cNvPr id="1999" name="CustomShape 28"/>
          <p:cNvSpPr/>
          <p:nvPr/>
        </p:nvSpPr>
        <p:spPr>
          <a:xfrm>
            <a:off x="7146000" y="5097960"/>
            <a:ext cx="4309560" cy="8899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6680" cy="912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8280" cy="63828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8240" cy="318240"/>
          </a:xfrm>
          <a:prstGeom prst="rect">
            <a:avLst/>
          </a:prstGeom>
          <a:ln>
            <a:noFill/>
          </a:ln>
        </p:spPr>
      </p:pic>
      <p:sp>
        <p:nvSpPr>
          <p:cNvPr id="2004" name="CustomShape 4"/>
          <p:cNvSpPr/>
          <p:nvPr/>
        </p:nvSpPr>
        <p:spPr>
          <a:xfrm>
            <a:off x="10058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8280" cy="63828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8240" cy="318240"/>
          </a:xfrm>
          <a:prstGeom prst="rect">
            <a:avLst/>
          </a:prstGeom>
          <a:ln>
            <a:noFill/>
          </a:ln>
        </p:spPr>
      </p:pic>
      <p:sp>
        <p:nvSpPr>
          <p:cNvPr id="2009" name="CustomShape 8"/>
          <p:cNvSpPr/>
          <p:nvPr/>
        </p:nvSpPr>
        <p:spPr>
          <a:xfrm>
            <a:off x="37490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8280" cy="63828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8240" cy="318240"/>
          </a:xfrm>
          <a:prstGeom prst="rect">
            <a:avLst/>
          </a:prstGeom>
          <a:ln>
            <a:noFill/>
          </a:ln>
        </p:spPr>
      </p:pic>
      <p:sp>
        <p:nvSpPr>
          <p:cNvPr id="2014" name="CustomShape 12"/>
          <p:cNvSpPr/>
          <p:nvPr/>
        </p:nvSpPr>
        <p:spPr>
          <a:xfrm>
            <a:off x="64922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7080" cy="310716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8280" cy="63828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8240" cy="318240"/>
          </a:xfrm>
          <a:prstGeom prst="rect">
            <a:avLst/>
          </a:prstGeom>
          <a:ln>
            <a:noFill/>
          </a:ln>
        </p:spPr>
      </p:pic>
      <p:sp>
        <p:nvSpPr>
          <p:cNvPr id="2019" name="CustomShape 16"/>
          <p:cNvSpPr/>
          <p:nvPr/>
        </p:nvSpPr>
        <p:spPr>
          <a:xfrm>
            <a:off x="9235440" y="3200400"/>
            <a:ext cx="1918440" cy="546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8440" cy="1278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4600" cy="272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5800" cy="27252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593</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2026-10-21T13:14:24Z</dcterms:modified>
  <cp:revision>27</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