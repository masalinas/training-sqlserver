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634AC233-9575-4757-8994-868F623DA1A9}"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320" cy="3085200"/>
          </a:xfrm>
          <a:prstGeom prst="rect">
            <a:avLst/>
          </a:prstGeom>
        </p:spPr>
      </p:sp>
      <p:sp>
        <p:nvSpPr>
          <p:cNvPr id="202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5640">
              <a:lnSpc>
                <a:spcPct val="100000"/>
              </a:lnSpc>
              <a:tabLst>
                <a:tab algn="l" pos="0"/>
              </a:tabLst>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5640">
              <a:lnSpc>
                <a:spcPct val="100000"/>
              </a:lnSpc>
              <a:tabLst>
                <a:tab algn="l" pos="0"/>
              </a:tabLst>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5640">
              <a:lnSpc>
                <a:spcPct val="100000"/>
              </a:lnSpc>
              <a:tabLst>
                <a:tab algn="l" pos="0"/>
              </a:tabLst>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5640">
              <a:lnSpc>
                <a:spcPct val="100000"/>
              </a:lnSpc>
              <a:tabLst>
                <a:tab algn="l" pos="0"/>
              </a:tabLst>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28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9B14CF-16E2-4209-B710-AAC9F59FAD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320" cy="3085200"/>
          </a:xfrm>
          <a:prstGeom prst="rect">
            <a:avLst/>
          </a:prstGeom>
        </p:spPr>
      </p:sp>
      <p:sp>
        <p:nvSpPr>
          <p:cNvPr id="202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5640">
              <a:lnSpc>
                <a:spcPct val="100000"/>
              </a:lnSpc>
              <a:tabLst>
                <a:tab algn="l" pos="0"/>
              </a:tabLst>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5640">
              <a:lnSpc>
                <a:spcPct val="100000"/>
              </a:lnSpc>
              <a:tabLst>
                <a:tab algn="l" pos="0"/>
              </a:tabLst>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5640">
              <a:lnSpc>
                <a:spcPct val="100000"/>
              </a:lnSpc>
              <a:tabLst>
                <a:tab algn="l" pos="0"/>
              </a:tabLst>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5640">
              <a:lnSpc>
                <a:spcPct val="100000"/>
              </a:lnSpc>
              <a:tabLst>
                <a:tab algn="l" pos="0"/>
              </a:tabLst>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5640">
              <a:lnSpc>
                <a:spcPct val="100000"/>
              </a:lnSpc>
              <a:tabLst>
                <a:tab algn="l" pos="0"/>
              </a:tabLst>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De los cuatro bloques, ¿cuál creéis que os va a costar más y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19CA487-6755-4A8B-BE73-C0608AC97E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320" cy="3085200"/>
          </a:xfrm>
          <a:prstGeom prst="rect">
            <a:avLst/>
          </a:prstGeom>
        </p:spPr>
      </p:sp>
      <p:sp>
        <p:nvSpPr>
          <p:cNvPr id="203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5640">
              <a:lnSpc>
                <a:spcPct val="100000"/>
              </a:lnSpc>
              <a:tabLst>
                <a:tab algn="l" pos="0"/>
              </a:tabLst>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5640">
              <a:lnSpc>
                <a:spcPct val="100000"/>
              </a:lnSpc>
              <a:tabLst>
                <a:tab algn="l" pos="0"/>
              </a:tabLst>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5640">
              <a:lnSpc>
                <a:spcPct val="100000"/>
              </a:lnSpc>
              <a:tabLst>
                <a:tab algn="l" pos="0"/>
              </a:tabLst>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5640">
              <a:lnSpc>
                <a:spcPct val="100000"/>
              </a:lnSpc>
              <a:tabLst>
                <a:tab algn="l" pos="0"/>
              </a:tabLst>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5640">
              <a:lnSpc>
                <a:spcPct val="100000"/>
              </a:lnSpc>
              <a:tabLst>
                <a:tab algn="l" pos="0"/>
              </a:tabLst>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28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306243E-B649-496A-BBD0-0C1A8D62E82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320" cy="3085200"/>
          </a:xfrm>
          <a:prstGeom prst="rect">
            <a:avLst/>
          </a:prstGeom>
        </p:spPr>
      </p:sp>
      <p:sp>
        <p:nvSpPr>
          <p:cNvPr id="203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5640">
              <a:lnSpc>
                <a:spcPct val="100000"/>
              </a:lnSpc>
              <a:tabLst>
                <a:tab algn="l" pos="0"/>
              </a:tabLst>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5640">
              <a:lnSpc>
                <a:spcPct val="100000"/>
              </a:lnSpc>
              <a:tabLst>
                <a:tab algn="l" pos="0"/>
              </a:tabLst>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5640">
              <a:lnSpc>
                <a:spcPct val="100000"/>
              </a:lnSpc>
              <a:tabLst>
                <a:tab algn="l" pos="0"/>
              </a:tabLst>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5640">
              <a:lnSpc>
                <a:spcPct val="100000"/>
              </a:lnSpc>
              <a:tabLst>
                <a:tab algn="l" pos="0"/>
              </a:tabLst>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5640">
              <a:lnSpc>
                <a:spcPct val="100000"/>
              </a:lnSpc>
              <a:tabLst>
                <a:tab algn="l" pos="0"/>
              </a:tabLst>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5640">
              <a:lnSpc>
                <a:spcPct val="100000"/>
              </a:lnSpc>
              <a:tabLst>
                <a:tab algn="l" pos="0"/>
              </a:tabLst>
            </a:pPr>
            <a:r>
              <a:rPr b="0" lang="en-US" sz="2000" spc="-1" strike="noStrike">
                <a:latin typeface="Arial"/>
              </a:rPr>
              <a:t>- Ejecutar SELECT @@VERSION, @@SERVERNAME; y guardar el resultado como evidencia.</a:t>
            </a:r>
            <a:endParaRPr b="0" lang="es-ES" sz="2000" spc="-1" strike="noStrike">
              <a:latin typeface="Arial"/>
            </a:endParaRPr>
          </a:p>
          <a:p>
            <a:pPr marL="216000" indent="-21528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A53BAF3-DE47-45C6-A42C-9FD40B3C515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320" cy="3085200"/>
          </a:xfrm>
          <a:prstGeom prst="rect">
            <a:avLst/>
          </a:prstGeom>
        </p:spPr>
      </p:sp>
      <p:sp>
        <p:nvSpPr>
          <p:cNvPr id="203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5640">
              <a:lnSpc>
                <a:spcPct val="100000"/>
              </a:lnSpc>
              <a:tabLst>
                <a:tab algn="l" pos="0"/>
              </a:tabLst>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28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D60AC22-D965-4668-8B7B-077E3BC1E90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320" cy="3085200"/>
          </a:xfrm>
          <a:prstGeom prst="rect">
            <a:avLst/>
          </a:prstGeom>
        </p:spPr>
      </p:sp>
      <p:sp>
        <p:nvSpPr>
          <p:cNvPr id="203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5640">
              <a:lnSpc>
                <a:spcPct val="100000"/>
              </a:lnSpc>
              <a:tabLst>
                <a:tab algn="l" pos="0"/>
              </a:tabLst>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5640">
              <a:lnSpc>
                <a:spcPct val="100000"/>
              </a:lnSpc>
              <a:tabLst>
                <a:tab algn="l" pos="0"/>
              </a:tabLst>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5640">
              <a:lnSpc>
                <a:spcPct val="100000"/>
              </a:lnSpc>
              <a:tabLst>
                <a:tab algn="l" pos="0"/>
              </a:tabLst>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5640">
              <a:lnSpc>
                <a:spcPct val="100000"/>
              </a:lnSpc>
              <a:tabLst>
                <a:tab algn="l" pos="0"/>
              </a:tabLst>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5640">
              <a:lnSpc>
                <a:spcPct val="100000"/>
              </a:lnSpc>
              <a:tabLst>
                <a:tab algn="l" pos="0"/>
              </a:tabLst>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19E7DDE-B63B-418C-8628-1A2C15120F2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320" cy="3085200"/>
          </a:xfrm>
          <a:prstGeom prst="rect">
            <a:avLst/>
          </a:prstGeom>
        </p:spPr>
      </p:sp>
      <p:sp>
        <p:nvSpPr>
          <p:cNvPr id="204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5640">
              <a:lnSpc>
                <a:spcPct val="100000"/>
              </a:lnSpc>
              <a:tabLst>
                <a:tab algn="l" pos="0"/>
              </a:tabLst>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5640">
              <a:lnSpc>
                <a:spcPct val="100000"/>
              </a:lnSpc>
              <a:tabLst>
                <a:tab algn="l" pos="0"/>
              </a:tabLst>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5640">
              <a:lnSpc>
                <a:spcPct val="100000"/>
              </a:lnSpc>
              <a:tabLst>
                <a:tab algn="l" pos="0"/>
              </a:tabLst>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5640">
              <a:lnSpc>
                <a:spcPct val="100000"/>
              </a:lnSpc>
              <a:tabLst>
                <a:tab algn="l" pos="0"/>
              </a:tabLst>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5640">
              <a:lnSpc>
                <a:spcPct val="100000"/>
              </a:lnSpc>
              <a:tabLst>
                <a:tab algn="l" pos="0"/>
              </a:tabLst>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28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9E57EE4-4802-4CE9-931F-2F338A05A6E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320" cy="3085200"/>
          </a:xfrm>
          <a:prstGeom prst="rect">
            <a:avLst/>
          </a:prstGeom>
        </p:spPr>
      </p:sp>
      <p:sp>
        <p:nvSpPr>
          <p:cNvPr id="204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5640">
              <a:lnSpc>
                <a:spcPct val="100000"/>
              </a:lnSpc>
              <a:tabLst>
                <a:tab algn="l" pos="0"/>
              </a:tabLst>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5640">
              <a:lnSpc>
                <a:spcPct val="100000"/>
              </a:lnSpc>
              <a:tabLst>
                <a:tab algn="l" pos="0"/>
              </a:tabLst>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5640">
              <a:lnSpc>
                <a:spcPct val="100000"/>
              </a:lnSpc>
              <a:tabLst>
                <a:tab algn="l" pos="0"/>
              </a:tabLst>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5640">
              <a:lnSpc>
                <a:spcPct val="100000"/>
              </a:lnSpc>
              <a:tabLst>
                <a:tab algn="l" pos="0"/>
              </a:tabLst>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73C6C4E-D37A-4B57-8360-F874755F90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320" cy="3085200"/>
          </a:xfrm>
          <a:prstGeom prst="rect">
            <a:avLst/>
          </a:prstGeom>
        </p:spPr>
      </p:sp>
      <p:sp>
        <p:nvSpPr>
          <p:cNvPr id="204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5640">
              <a:lnSpc>
                <a:spcPct val="100000"/>
              </a:lnSpc>
              <a:tabLst>
                <a:tab algn="l" pos="0"/>
              </a:tabLst>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5640">
              <a:lnSpc>
                <a:spcPct val="100000"/>
              </a:lnSpc>
              <a:tabLst>
                <a:tab algn="l" pos="0"/>
              </a:tabLst>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5640">
              <a:lnSpc>
                <a:spcPct val="100000"/>
              </a:lnSpc>
              <a:tabLst>
                <a:tab algn="l" pos="0"/>
              </a:tabLst>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5640">
              <a:lnSpc>
                <a:spcPct val="100000"/>
              </a:lnSpc>
              <a:tabLst>
                <a:tab algn="l" pos="0"/>
              </a:tabLst>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Checkpoint y Lazy Writer?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28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FCAEDD-097D-4BA7-9D4F-DF1DE10A24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320" cy="3085200"/>
          </a:xfrm>
          <a:prstGeom prst="rect">
            <a:avLst/>
          </a:prstGeom>
        </p:spPr>
      </p:sp>
      <p:sp>
        <p:nvSpPr>
          <p:cNvPr id="205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5640">
              <a:lnSpc>
                <a:spcPct val="100000"/>
              </a:lnSpc>
              <a:tabLst>
                <a:tab algn="l" pos="0"/>
              </a:tabLst>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5640">
              <a:lnSpc>
                <a:spcPct val="100000"/>
              </a:lnSpc>
              <a:tabLst>
                <a:tab algn="l" pos="0"/>
              </a:tabLst>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5640">
              <a:lnSpc>
                <a:spcPct val="100000"/>
              </a:lnSpc>
              <a:tabLst>
                <a:tab algn="l" pos="0"/>
              </a:tabLst>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5640">
              <a:lnSpc>
                <a:spcPct val="100000"/>
              </a:lnSpc>
              <a:tabLst>
                <a:tab algn="l" pos="0"/>
              </a:tabLst>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filas de 200 bytes caben aproximadamente en una página? (≈ 40.)</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1580714-600B-42F7-B3D8-7E79BA3907A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320" cy="3085200"/>
          </a:xfrm>
          <a:prstGeom prst="rect">
            <a:avLst/>
          </a:prstGeom>
        </p:spPr>
      </p:sp>
      <p:sp>
        <p:nvSpPr>
          <p:cNvPr id="205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5640">
              <a:lnSpc>
                <a:spcPct val="100000"/>
              </a:lnSpc>
              <a:tabLst>
                <a:tab algn="l" pos="0"/>
              </a:tabLst>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5640">
              <a:lnSpc>
                <a:spcPct val="100000"/>
              </a:lnSpc>
              <a:tabLst>
                <a:tab algn="l" pos="0"/>
              </a:tabLst>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5640">
              <a:lnSpc>
                <a:spcPct val="100000"/>
              </a:lnSpc>
              <a:tabLst>
                <a:tab algn="l" pos="0"/>
              </a:tabLst>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5640">
              <a:lnSpc>
                <a:spcPct val="100000"/>
              </a:lnSpc>
              <a:tabLst>
                <a:tab algn="l" pos="0"/>
              </a:tabLst>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autogrowth del 10% es una mala práctica en un fichero grande?</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83C83F8-2762-4870-8CC3-19C64629422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320" cy="3085200"/>
          </a:xfrm>
          <a:prstGeom prst="rect">
            <a:avLst/>
          </a:prstGeom>
        </p:spPr>
      </p:sp>
      <p:sp>
        <p:nvSpPr>
          <p:cNvPr id="205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5640">
              <a:lnSpc>
                <a:spcPct val="100000"/>
              </a:lnSpc>
              <a:tabLst>
                <a:tab algn="l" pos="0"/>
              </a:tabLst>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5640">
              <a:lnSpc>
                <a:spcPct val="100000"/>
              </a:lnSpc>
              <a:tabLst>
                <a:tab algn="l" pos="0"/>
              </a:tabLst>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5640">
              <a:lnSpc>
                <a:spcPct val="100000"/>
              </a:lnSpc>
              <a:tabLst>
                <a:tab algn="l" pos="0"/>
              </a:tabLst>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5640">
              <a:lnSpc>
                <a:spcPct val="100000"/>
              </a:lnSpc>
              <a:tabLst>
                <a:tab algn="l" pos="0"/>
              </a:tabLst>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94DCAB3-71C8-462D-B569-5A0BA06EFC0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320" cy="3085200"/>
          </a:xfrm>
          <a:prstGeom prst="rect">
            <a:avLst/>
          </a:prstGeom>
        </p:spPr>
      </p:sp>
      <p:sp>
        <p:nvSpPr>
          <p:cNvPr id="206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5640">
              <a:lnSpc>
                <a:spcPct val="100000"/>
              </a:lnSpc>
              <a:tabLst>
                <a:tab algn="l" pos="0"/>
              </a:tabLst>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5640">
              <a:lnSpc>
                <a:spcPct val="100000"/>
              </a:lnSpc>
              <a:tabLst>
                <a:tab algn="l" pos="0"/>
              </a:tabLst>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5640">
              <a:lnSpc>
                <a:spcPct val="100000"/>
              </a:lnSpc>
              <a:tabLst>
                <a:tab algn="l" pos="0"/>
              </a:tabLst>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5640">
              <a:lnSpc>
                <a:spcPct val="100000"/>
              </a:lnSpc>
              <a:tabLst>
                <a:tab algn="l" pos="0"/>
              </a:tabLst>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5640">
              <a:lnSpc>
                <a:spcPct val="100000"/>
              </a:lnSpc>
              <a:tabLst>
                <a:tab algn="l" pos="0"/>
              </a:tabLst>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F83EC9C-4478-40C4-B87D-828AFAB1B76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320" cy="3085200"/>
          </a:xfrm>
          <a:prstGeom prst="rect">
            <a:avLst/>
          </a:prstGeom>
        </p:spPr>
      </p:sp>
      <p:sp>
        <p:nvSpPr>
          <p:cNvPr id="206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5640">
              <a:lnSpc>
                <a:spcPct val="100000"/>
              </a:lnSpc>
              <a:tabLst>
                <a:tab algn="l" pos="0"/>
              </a:tabLst>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5640">
              <a:lnSpc>
                <a:spcPct val="100000"/>
              </a:lnSpc>
              <a:tabLst>
                <a:tab algn="l" pos="0"/>
              </a:tabLst>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5640">
              <a:lnSpc>
                <a:spcPct val="100000"/>
              </a:lnSpc>
              <a:tabLst>
                <a:tab algn="l" pos="0"/>
              </a:tabLst>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5640">
              <a:lnSpc>
                <a:spcPct val="100000"/>
              </a:lnSpc>
              <a:tabLst>
                <a:tab algn="l" pos="0"/>
              </a:tabLst>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5640">
              <a:lnSpc>
                <a:spcPct val="100000"/>
              </a:lnSpc>
              <a:tabLst>
                <a:tab algn="l" pos="0"/>
              </a:tabLst>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los jobs de mantenimiento si se pierde msdb y no hay backup?</a:t>
            </a:r>
            <a:endParaRPr b="0" lang="es-ES" sz="2000" spc="-1" strike="noStrike">
              <a:latin typeface="Arial"/>
            </a:endParaRPr>
          </a:p>
          <a:p>
            <a:pPr marL="216000" indent="-21528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6E08C63-1102-4E5B-92B1-A31B786FC7C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320" cy="3085200"/>
          </a:xfrm>
          <a:prstGeom prst="rect">
            <a:avLst/>
          </a:prstGeom>
        </p:spPr>
      </p:sp>
      <p:sp>
        <p:nvSpPr>
          <p:cNvPr id="206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5640">
              <a:lnSpc>
                <a:spcPct val="100000"/>
              </a:lnSpc>
              <a:tabLst>
                <a:tab algn="l" pos="0"/>
              </a:tabLst>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5640">
              <a:lnSpc>
                <a:spcPct val="100000"/>
              </a:lnSpc>
              <a:tabLst>
                <a:tab algn="l" pos="0"/>
              </a:tabLst>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5640">
              <a:lnSpc>
                <a:spcPct val="100000"/>
              </a:lnSpc>
              <a:tabLst>
                <a:tab algn="l" pos="0"/>
              </a:tabLst>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5640">
              <a:lnSpc>
                <a:spcPct val="100000"/>
              </a:lnSpc>
              <a:tabLst>
                <a:tab algn="l" pos="0"/>
              </a:tabLst>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5640">
              <a:lnSpc>
                <a:spcPct val="100000"/>
              </a:lnSpc>
              <a:tabLst>
                <a:tab algn="l" pos="0"/>
              </a:tabLst>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17BD700-2AE1-49DE-AE16-32375DA1B9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320" cy="3085200"/>
          </a:xfrm>
          <a:prstGeom prst="rect">
            <a:avLst/>
          </a:prstGeom>
        </p:spPr>
      </p:sp>
      <p:sp>
        <p:nvSpPr>
          <p:cNvPr id="206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5640">
              <a:lnSpc>
                <a:spcPct val="100000"/>
              </a:lnSpc>
              <a:tabLst>
                <a:tab algn="l" pos="0"/>
              </a:tabLst>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5640">
              <a:lnSpc>
                <a:spcPct val="100000"/>
              </a:lnSpc>
              <a:tabLst>
                <a:tab algn="l" pos="0"/>
              </a:tabLst>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5640">
              <a:lnSpc>
                <a:spcPct val="100000"/>
              </a:lnSpc>
              <a:tabLst>
                <a:tab algn="l" pos="0"/>
              </a:tabLst>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5640">
              <a:lnSpc>
                <a:spcPct val="100000"/>
              </a:lnSpc>
              <a:tabLst>
                <a:tab algn="l" pos="0"/>
              </a:tabLst>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28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D104B2A-1DDE-41B4-8112-F1E5162C5CB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320" cy="3085200"/>
          </a:xfrm>
          <a:prstGeom prst="rect">
            <a:avLst/>
          </a:prstGeom>
        </p:spPr>
      </p:sp>
      <p:sp>
        <p:nvSpPr>
          <p:cNvPr id="207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5640">
              <a:lnSpc>
                <a:spcPct val="100000"/>
              </a:lnSpc>
              <a:tabLst>
                <a:tab algn="l" pos="0"/>
              </a:tabLst>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5640">
              <a:lnSpc>
                <a:spcPct val="100000"/>
              </a:lnSpc>
              <a:tabLst>
                <a:tab algn="l" pos="0"/>
              </a:tabLst>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5640">
              <a:lnSpc>
                <a:spcPct val="100000"/>
              </a:lnSpc>
              <a:tabLst>
                <a:tab algn="l" pos="0"/>
              </a:tabLst>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5640">
              <a:lnSpc>
                <a:spcPct val="100000"/>
              </a:lnSpc>
              <a:tabLst>
                <a:tab algn="l" pos="0"/>
              </a:tabLst>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854D28F-80CA-4112-8444-538257D049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320" cy="3085200"/>
          </a:xfrm>
          <a:prstGeom prst="rect">
            <a:avLst/>
          </a:prstGeom>
        </p:spPr>
      </p:sp>
      <p:sp>
        <p:nvSpPr>
          <p:cNvPr id="207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5640">
              <a:lnSpc>
                <a:spcPct val="100000"/>
              </a:lnSpc>
              <a:tabLst>
                <a:tab algn="l" pos="0"/>
              </a:tabLst>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5640">
              <a:lnSpc>
                <a:spcPct val="100000"/>
              </a:lnSpc>
              <a:tabLst>
                <a:tab algn="l" pos="0"/>
              </a:tabLst>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5640">
              <a:lnSpc>
                <a:spcPct val="100000"/>
              </a:lnSpc>
              <a:tabLst>
                <a:tab algn="l" pos="0"/>
              </a:tabLst>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5640">
              <a:lnSpc>
                <a:spcPct val="100000"/>
              </a:lnSpc>
              <a:tabLst>
                <a:tab algn="l" pos="0"/>
              </a:tabLst>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5640">
              <a:lnSpc>
                <a:spcPct val="100000"/>
              </a:lnSpc>
              <a:tabLst>
                <a:tab algn="l" pos="0"/>
              </a:tabLst>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5640">
              <a:lnSpc>
                <a:spcPct val="100000"/>
              </a:lnSpc>
              <a:tabLst>
                <a:tab algn="l" pos="0"/>
              </a:tabLst>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5640">
              <a:lnSpc>
                <a:spcPct val="100000"/>
              </a:lnSpc>
              <a:tabLst>
                <a:tab algn="l" pos="0"/>
              </a:tabLst>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28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A715B00-8E20-4C15-9B88-B0AC04BD40E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320" cy="3085200"/>
          </a:xfrm>
          <a:prstGeom prst="rect">
            <a:avLst/>
          </a:prstGeom>
        </p:spPr>
      </p:sp>
      <p:sp>
        <p:nvSpPr>
          <p:cNvPr id="207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5640">
              <a:lnSpc>
                <a:spcPct val="100000"/>
              </a:lnSpc>
              <a:tabLst>
                <a:tab algn="l" pos="0"/>
              </a:tabLst>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5640">
              <a:lnSpc>
                <a:spcPct val="100000"/>
              </a:lnSpc>
              <a:tabLst>
                <a:tab algn="l" pos="0"/>
              </a:tabLst>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5640">
              <a:lnSpc>
                <a:spcPct val="100000"/>
              </a:lnSpc>
              <a:tabLst>
                <a:tab algn="l" pos="0"/>
              </a:tabLst>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28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4D9D471-B34F-4432-AE47-2EDD28F215B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320" cy="3085200"/>
          </a:xfrm>
          <a:prstGeom prst="rect">
            <a:avLst/>
          </a:prstGeom>
        </p:spPr>
      </p:sp>
      <p:sp>
        <p:nvSpPr>
          <p:cNvPr id="208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5640">
              <a:lnSpc>
                <a:spcPct val="100000"/>
              </a:lnSpc>
              <a:tabLst>
                <a:tab algn="l" pos="0"/>
              </a:tabLst>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5640">
              <a:lnSpc>
                <a:spcPct val="100000"/>
              </a:lnSpc>
              <a:tabLst>
                <a:tab algn="l" pos="0"/>
              </a:tabLst>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5640">
              <a:lnSpc>
                <a:spcPct val="100000"/>
              </a:lnSpc>
              <a:tabLst>
                <a:tab algn="l" pos="0"/>
              </a:tabLst>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ejecutar ALTER DATABASE Ventas MODIFY FILEGROUP FG_DATOS DEFAULT.</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5640">
              <a:lnSpc>
                <a:spcPct val="100000"/>
              </a:lnSpc>
              <a:tabLst>
                <a:tab algn="l" pos="0"/>
              </a:tabLst>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5640">
              <a:lnSpc>
                <a:spcPct val="100000"/>
              </a:lnSpc>
              <a:tabLst>
                <a:tab algn="l" pos="0"/>
              </a:tabLst>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28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5B0ED71-6455-4CE2-80F6-061A37992A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320" cy="3085200"/>
          </a:xfrm>
          <a:prstGeom prst="rect">
            <a:avLst/>
          </a:prstGeom>
        </p:spPr>
      </p:sp>
      <p:sp>
        <p:nvSpPr>
          <p:cNvPr id="208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5640">
              <a:lnSpc>
                <a:spcPct val="100000"/>
              </a:lnSpc>
              <a:tabLst>
                <a:tab algn="l" pos="0"/>
              </a:tabLst>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5640">
              <a:lnSpc>
                <a:spcPct val="100000"/>
              </a:lnSpc>
              <a:tabLst>
                <a:tab algn="l" pos="0"/>
              </a:tabLst>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5640">
              <a:lnSpc>
                <a:spcPct val="100000"/>
              </a:lnSpc>
              <a:tabLst>
                <a:tab algn="l" pos="0"/>
              </a:tabLst>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5640">
              <a:lnSpc>
                <a:spcPct val="100000"/>
              </a:lnSpc>
              <a:tabLst>
                <a:tab algn="l" pos="0"/>
              </a:tabLst>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5640">
              <a:lnSpc>
                <a:spcPct val="100000"/>
              </a:lnSpc>
              <a:tabLst>
                <a:tab algn="l" pos="0"/>
              </a:tabLst>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28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DE3214-4223-4585-879C-DD41DE8466E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320" cy="3085200"/>
          </a:xfrm>
          <a:prstGeom prst="rect">
            <a:avLst/>
          </a:prstGeom>
        </p:spPr>
      </p:sp>
      <p:sp>
        <p:nvSpPr>
          <p:cNvPr id="208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5640">
              <a:lnSpc>
                <a:spcPct val="100000"/>
              </a:lnSpc>
              <a:tabLst>
                <a:tab algn="l" pos="0"/>
              </a:tabLst>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5640">
              <a:lnSpc>
                <a:spcPct val="100000"/>
              </a:lnSpc>
              <a:tabLst>
                <a:tab algn="l" pos="0"/>
              </a:tabLst>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5640">
              <a:lnSpc>
                <a:spcPct val="100000"/>
              </a:lnSpc>
              <a:tabLst>
                <a:tab algn="l" pos="0"/>
              </a:tabLst>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5640">
              <a:lnSpc>
                <a:spcPct val="100000"/>
              </a:lnSpc>
              <a:tabLst>
                <a:tab algn="l" pos="0"/>
              </a:tabLst>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5640">
              <a:lnSpc>
                <a:spcPct val="100000"/>
              </a:lnSpc>
              <a:tabLst>
                <a:tab algn="l" pos="0"/>
              </a:tabLst>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28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06C9A42-8D3B-4BD6-B3C4-715CF8F97C2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320" cy="3085200"/>
          </a:xfrm>
          <a:prstGeom prst="rect">
            <a:avLst/>
          </a:prstGeom>
        </p:spPr>
      </p:sp>
      <p:sp>
        <p:nvSpPr>
          <p:cNvPr id="209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5640">
              <a:lnSpc>
                <a:spcPct val="100000"/>
              </a:lnSpc>
              <a:tabLst>
                <a:tab algn="l" pos="0"/>
              </a:tabLst>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5640">
              <a:lnSpc>
                <a:spcPct val="100000"/>
              </a:lnSpc>
              <a:tabLst>
                <a:tab algn="l" pos="0"/>
              </a:tabLst>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5640">
              <a:lnSpc>
                <a:spcPct val="100000"/>
              </a:lnSpc>
              <a:tabLst>
                <a:tab algn="l" pos="0"/>
              </a:tabLst>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5640">
              <a:lnSpc>
                <a:spcPct val="100000"/>
              </a:lnSpc>
              <a:tabLst>
                <a:tab algn="l" pos="0"/>
              </a:tabLst>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5640">
              <a:lnSpc>
                <a:spcPct val="100000"/>
              </a:lnSpc>
              <a:tabLst>
                <a:tab algn="l" pos="0"/>
              </a:tabLst>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5640">
              <a:lnSpc>
                <a:spcPct val="100000"/>
              </a:lnSpc>
              <a:tabLst>
                <a:tab algn="l" pos="0"/>
              </a:tabLst>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6CDABCD-61E4-4FC3-8D37-98B23CA11DE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320" cy="3085200"/>
          </a:xfrm>
          <a:prstGeom prst="rect">
            <a:avLst/>
          </a:prstGeom>
        </p:spPr>
      </p:sp>
      <p:sp>
        <p:nvSpPr>
          <p:cNvPr id="209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5640">
              <a:lnSpc>
                <a:spcPct val="100000"/>
              </a:lnSpc>
              <a:tabLst>
                <a:tab algn="l" pos="0"/>
              </a:tabLst>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5640">
              <a:lnSpc>
                <a:spcPct val="100000"/>
              </a:lnSpc>
              <a:tabLst>
                <a:tab algn="l" pos="0"/>
              </a:tabLst>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5640">
              <a:lnSpc>
                <a:spcPct val="100000"/>
              </a:lnSpc>
              <a:tabLst>
                <a:tab algn="l" pos="0"/>
              </a:tabLst>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5640">
              <a:lnSpc>
                <a:spcPct val="100000"/>
              </a:lnSpc>
              <a:tabLst>
                <a:tab algn="l" pos="0"/>
              </a:tabLst>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5640">
              <a:lnSpc>
                <a:spcPct val="100000"/>
              </a:lnSpc>
              <a:tabLst>
                <a:tab algn="l" pos="0"/>
              </a:tabLst>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5640">
              <a:lnSpc>
                <a:spcPct val="100000"/>
              </a:lnSpc>
              <a:tabLst>
                <a:tab algn="l" pos="0"/>
              </a:tabLst>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28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BEE5A54-D4EF-4CF2-B631-3CC0A93A761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320" cy="3085200"/>
          </a:xfrm>
          <a:prstGeom prst="rect">
            <a:avLst/>
          </a:prstGeom>
        </p:spPr>
      </p:sp>
      <p:sp>
        <p:nvSpPr>
          <p:cNvPr id="209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5640">
              <a:lnSpc>
                <a:spcPct val="100000"/>
              </a:lnSpc>
              <a:tabLst>
                <a:tab algn="l" pos="0"/>
              </a:tabLst>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5640">
              <a:lnSpc>
                <a:spcPct val="100000"/>
              </a:lnSpc>
              <a:tabLst>
                <a:tab algn="l" pos="0"/>
              </a:tabLst>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5640">
              <a:lnSpc>
                <a:spcPct val="100000"/>
              </a:lnSpc>
              <a:tabLst>
                <a:tab algn="l" pos="0"/>
              </a:tabLst>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5640">
              <a:lnSpc>
                <a:spcPct val="100000"/>
              </a:lnSpc>
              <a:tabLst>
                <a:tab algn="l" pos="0"/>
              </a:tabLst>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5640">
              <a:lnSpc>
                <a:spcPct val="100000"/>
              </a:lnSpc>
              <a:tabLst>
                <a:tab algn="l" pos="0"/>
              </a:tabLst>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creéis que se exige COUNT_BIG(*) cuando hay GROUP BY?</a:t>
            </a:r>
            <a:endParaRPr b="0" lang="es-ES" sz="2000" spc="-1" strike="noStrike">
              <a:latin typeface="Arial"/>
            </a:endParaRPr>
          </a:p>
          <a:p>
            <a:pPr marL="216000" indent="-21528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88176E3-00D6-4013-B7E2-F13083CDC02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320" cy="3085200"/>
          </a:xfrm>
          <a:prstGeom prst="rect">
            <a:avLst/>
          </a:prstGeom>
        </p:spPr>
      </p:sp>
      <p:sp>
        <p:nvSpPr>
          <p:cNvPr id="209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5640">
              <a:lnSpc>
                <a:spcPct val="100000"/>
              </a:lnSpc>
              <a:tabLst>
                <a:tab algn="l" pos="0"/>
              </a:tabLst>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5640">
              <a:lnSpc>
                <a:spcPct val="100000"/>
              </a:lnSpc>
              <a:tabLst>
                <a:tab algn="l" pos="0"/>
              </a:tabLst>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5640">
              <a:lnSpc>
                <a:spcPct val="100000"/>
              </a:lnSpc>
              <a:tabLst>
                <a:tab algn="l" pos="0"/>
              </a:tabLst>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5640">
              <a:lnSpc>
                <a:spcPct val="100000"/>
              </a:lnSpc>
              <a:tabLst>
                <a:tab algn="l" pos="0"/>
              </a:tabLst>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5640">
              <a:lnSpc>
                <a:spcPct val="100000"/>
              </a:lnSpc>
              <a:tabLst>
                <a:tab algn="l" pos="0"/>
              </a:tabLst>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28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67B4BC7-5C0A-4750-9CFB-CE3CAB8862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320" cy="3085200"/>
          </a:xfrm>
          <a:prstGeom prst="rect">
            <a:avLst/>
          </a:prstGeom>
        </p:spPr>
      </p:sp>
      <p:sp>
        <p:nvSpPr>
          <p:cNvPr id="210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5640">
              <a:lnSpc>
                <a:spcPct val="100000"/>
              </a:lnSpc>
              <a:tabLst>
                <a:tab algn="l" pos="0"/>
              </a:tabLst>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5640">
              <a:lnSpc>
                <a:spcPct val="100000"/>
              </a:lnSpc>
              <a:tabLst>
                <a:tab algn="l" pos="0"/>
              </a:tabLst>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5640">
              <a:lnSpc>
                <a:spcPct val="100000"/>
              </a:lnSpc>
              <a:tabLst>
                <a:tab algn="l" pos="0"/>
              </a:tabLst>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5640">
              <a:lnSpc>
                <a:spcPct val="100000"/>
              </a:lnSpc>
              <a:tabLst>
                <a:tab algn="l" pos="0"/>
              </a:tabLst>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5640">
              <a:lnSpc>
                <a:spcPct val="100000"/>
              </a:lnSpc>
              <a:tabLst>
                <a:tab algn="l" pos="0"/>
              </a:tabLst>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5640">
              <a:lnSpc>
                <a:spcPct val="100000"/>
              </a:lnSpc>
              <a:tabLst>
                <a:tab algn="l" pos="0"/>
              </a:tabLst>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7E4F963-22FB-448A-AC62-8BF6C607ECB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320" cy="3085200"/>
          </a:xfrm>
          <a:prstGeom prst="rect">
            <a:avLst/>
          </a:prstGeom>
        </p:spPr>
      </p:sp>
      <p:sp>
        <p:nvSpPr>
          <p:cNvPr id="210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5640">
              <a:lnSpc>
                <a:spcPct val="100000"/>
              </a:lnSpc>
              <a:tabLst>
                <a:tab algn="l" pos="0"/>
              </a:tabLst>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5640">
              <a:lnSpc>
                <a:spcPct val="100000"/>
              </a:lnSpc>
              <a:tabLst>
                <a:tab algn="l" pos="0"/>
              </a:tabLst>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5640">
              <a:lnSpc>
                <a:spcPct val="100000"/>
              </a:lnSpc>
              <a:tabLst>
                <a:tab algn="l" pos="0"/>
              </a:tabLst>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5640">
              <a:lnSpc>
                <a:spcPct val="100000"/>
              </a:lnSpc>
              <a:tabLst>
                <a:tab algn="l" pos="0"/>
              </a:tabLst>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5640">
              <a:lnSpc>
                <a:spcPct val="100000"/>
              </a:lnSpc>
              <a:tabLst>
                <a:tab algn="l" pos="0"/>
              </a:tabLst>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7A6AFF-9E47-4F35-9A97-E31E631835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320" cy="3085200"/>
          </a:xfrm>
          <a:prstGeom prst="rect">
            <a:avLst/>
          </a:prstGeom>
        </p:spPr>
      </p:sp>
      <p:sp>
        <p:nvSpPr>
          <p:cNvPr id="210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5640">
              <a:lnSpc>
                <a:spcPct val="100000"/>
              </a:lnSpc>
              <a:tabLst>
                <a:tab algn="l" pos="0"/>
              </a:tabLst>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5640">
              <a:lnSpc>
                <a:spcPct val="100000"/>
              </a:lnSpc>
              <a:tabLst>
                <a:tab algn="l" pos="0"/>
              </a:tabLst>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5640">
              <a:lnSpc>
                <a:spcPct val="100000"/>
              </a:lnSpc>
              <a:tabLst>
                <a:tab algn="l" pos="0"/>
              </a:tabLst>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5640">
              <a:lnSpc>
                <a:spcPct val="100000"/>
              </a:lnSpc>
              <a:tabLst>
                <a:tab algn="l" pos="0"/>
              </a:tabLst>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5640">
              <a:lnSpc>
                <a:spcPct val="100000"/>
              </a:lnSpc>
              <a:tabLst>
                <a:tab algn="l" pos="0"/>
              </a:tabLst>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5640">
              <a:lnSpc>
                <a:spcPct val="100000"/>
              </a:lnSpc>
              <a:tabLst>
                <a:tab algn="l" pos="0"/>
              </a:tabLst>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28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EF47A52-E8AB-4A23-88C7-5833307B7CA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320" cy="3085200"/>
          </a:xfrm>
          <a:prstGeom prst="rect">
            <a:avLst/>
          </a:prstGeom>
        </p:spPr>
      </p:sp>
      <p:sp>
        <p:nvSpPr>
          <p:cNvPr id="211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5640">
              <a:lnSpc>
                <a:spcPct val="100000"/>
              </a:lnSpc>
              <a:tabLst>
                <a:tab algn="l" pos="0"/>
              </a:tabLst>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5640">
              <a:lnSpc>
                <a:spcPct val="100000"/>
              </a:lnSpc>
              <a:tabLst>
                <a:tab algn="l" pos="0"/>
              </a:tabLst>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5640">
              <a:lnSpc>
                <a:spcPct val="100000"/>
              </a:lnSpc>
              <a:tabLst>
                <a:tab algn="l" pos="0"/>
              </a:tabLst>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5640">
              <a:lnSpc>
                <a:spcPct val="100000"/>
              </a:lnSpc>
              <a:tabLst>
                <a:tab algn="l" pos="0"/>
              </a:tabLst>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28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C62D80A-7A1B-4AF8-88B6-383FFCD7B56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320" cy="3085200"/>
          </a:xfrm>
          <a:prstGeom prst="rect">
            <a:avLst/>
          </a:prstGeom>
        </p:spPr>
      </p:sp>
      <p:sp>
        <p:nvSpPr>
          <p:cNvPr id="211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5640">
              <a:lnSpc>
                <a:spcPct val="100000"/>
              </a:lnSpc>
              <a:tabLst>
                <a:tab algn="l" pos="0"/>
              </a:tabLst>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5640">
              <a:lnSpc>
                <a:spcPct val="100000"/>
              </a:lnSpc>
              <a:tabLst>
                <a:tab algn="l" pos="0"/>
              </a:tabLst>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5640">
              <a:lnSpc>
                <a:spcPct val="100000"/>
              </a:lnSpc>
              <a:tabLst>
                <a:tab algn="l" pos="0"/>
              </a:tabLst>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5640">
              <a:lnSpc>
                <a:spcPct val="100000"/>
              </a:lnSpc>
              <a:tabLst>
                <a:tab algn="l" pos="0"/>
              </a:tabLst>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5640">
              <a:lnSpc>
                <a:spcPct val="100000"/>
              </a:lnSpc>
              <a:tabLst>
                <a:tab algn="l" pos="0"/>
              </a:tabLst>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28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9D8B110-C71D-4BE0-9381-0071BFA8DCC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320" cy="3085200"/>
          </a:xfrm>
          <a:prstGeom prst="rect">
            <a:avLst/>
          </a:prstGeom>
        </p:spPr>
      </p:sp>
      <p:sp>
        <p:nvSpPr>
          <p:cNvPr id="211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5640">
              <a:lnSpc>
                <a:spcPct val="100000"/>
              </a:lnSpc>
              <a:tabLst>
                <a:tab algn="l" pos="0"/>
              </a:tabLst>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5640">
              <a:lnSpc>
                <a:spcPct val="100000"/>
              </a:lnSpc>
              <a:tabLst>
                <a:tab algn="l" pos="0"/>
              </a:tabLst>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5640">
              <a:lnSpc>
                <a:spcPct val="100000"/>
              </a:lnSpc>
              <a:tabLst>
                <a:tab algn="l" pos="0"/>
              </a:tabLst>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5640">
              <a:lnSpc>
                <a:spcPct val="100000"/>
              </a:lnSpc>
              <a:tabLst>
                <a:tab algn="l" pos="0"/>
              </a:tabLst>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5640">
              <a:lnSpc>
                <a:spcPct val="100000"/>
              </a:lnSpc>
              <a:tabLst>
                <a:tab algn="l" pos="0"/>
              </a:tabLst>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5640">
              <a:lnSpc>
                <a:spcPct val="100000"/>
              </a:lnSpc>
              <a:tabLst>
                <a:tab algn="l" pos="0"/>
              </a:tabLst>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28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30B4E09-B942-49CD-8C4E-04E3B1C393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320" cy="3085200"/>
          </a:xfrm>
          <a:prstGeom prst="rect">
            <a:avLst/>
          </a:prstGeom>
        </p:spPr>
      </p:sp>
      <p:sp>
        <p:nvSpPr>
          <p:cNvPr id="212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el soporte del tipo nativo VECTOR en SQL Server 2025, el cálculo de distancias semánticas y la implementación de arquitecturas RAG dentro del motor relacional.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2025 incorpora el tipo de dato nativo VECTOR(n), transformando el motor relacional en una base de datos vectorial de alto rendimiento para escenarios de Inteligencia Artificial.</a:t>
            </a:r>
            <a:endParaRPr b="0" lang="es-ES" sz="2000" spc="-1" strike="noStrike">
              <a:latin typeface="Arial"/>
            </a:endParaRPr>
          </a:p>
          <a:p>
            <a:pPr marL="216000" indent="-215640">
              <a:lnSpc>
                <a:spcPct val="100000"/>
              </a:lnSpc>
              <a:tabLst>
                <a:tab algn="l" pos="0"/>
              </a:tabLst>
            </a:pPr>
            <a:r>
              <a:rPr b="0" lang="en-US" sz="2000" spc="-1" strike="noStrike">
                <a:latin typeface="Arial"/>
              </a:rPr>
              <a:t>- Ventaja clave para el DBA: evita dispersar los datos en motores vectoriales externos (Pinecone, Chroma, Milvus). Los embeddings residen en la misma tabla junto al resto de columnas transaccionales, bajo el mismo modelo de seguridad (ACID, permisos, RLS, Always Encrypted y TDE).</a:t>
            </a:r>
            <a:endParaRPr b="0" lang="es-ES" sz="2000" spc="-1" strike="noStrike">
              <a:latin typeface="Arial"/>
            </a:endParaRPr>
          </a:p>
          <a:p>
            <a:pPr marL="216000" indent="-215640">
              <a:lnSpc>
                <a:spcPct val="100000"/>
              </a:lnSpc>
              <a:tabLst>
                <a:tab algn="l" pos="0"/>
              </a:tabLst>
            </a:pPr>
            <a:r>
              <a:rPr b="0" lang="en-US" sz="2000" spc="-1" strike="noStrike">
                <a:latin typeface="Arial"/>
              </a:rPr>
              <a:t>- Función VECTOR_DISTANCE(métrica, vector1, vector2): calcula la distancia entre vectores. Métricas soportadas: cosine (similitud del coseno, típica en embeddings de texto), euclidean (distancia euclídea) y dot (producto escalar).</a:t>
            </a:r>
            <a:endParaRPr b="0" lang="es-ES" sz="2000" spc="-1" strike="noStrike">
              <a:latin typeface="Arial"/>
            </a:endParaRPr>
          </a:p>
          <a:p>
            <a:pPr marL="216000" indent="-215640">
              <a:lnSpc>
                <a:spcPct val="100000"/>
              </a:lnSpc>
              <a:tabLst>
                <a:tab algn="l" pos="0"/>
              </a:tabLst>
            </a:pPr>
            <a:r>
              <a:rPr b="0" lang="en-US" sz="2000" spc="-1" strike="noStrike">
                <a:latin typeface="Arial"/>
              </a:rPr>
              <a:t>- Arquitectura RAG (Retrieval-Augmented Generation): una consulta busca semánticamente los documentos más relevantes con ORDER BY VECTOR_DISTANCE(...) ASC y devuelve el contexto para un LLM, combinando fácilmente filtros relacionales (WHERE EmpresaId = @id AND Fecha &gt;= @desde).</a:t>
            </a:r>
            <a:endParaRPr b="0" lang="es-ES" sz="2000" spc="-1" strike="noStrike">
              <a:latin typeface="Arial"/>
            </a:endParaRPr>
          </a:p>
          <a:p>
            <a:pPr marL="216000" indent="-215640">
              <a:lnSpc>
                <a:spcPct val="100000"/>
              </a:lnSpc>
              <a:tabLst>
                <a:tab algn="l" pos="0"/>
              </a:tabLst>
            </a:pPr>
            <a:r>
              <a:rPr b="0" lang="en-US" sz="2000" spc="-1" strike="noStrike">
                <a:latin typeface="Arial"/>
              </a:rPr>
              <a:t>- Internals: VECTOR(n) almacena números de coma flotante de 32 bits (4 bytes por dimensión). Un vector de 1536 dimensiones (OpenAI text-embedding-3) ocupa ~6 KB. Si una fila excede 8060 bytes, SQL Server gestiona el desbordamiento hacia páginas ROW_OVERFLOW o LOB.</a:t>
            </a:r>
            <a:endParaRPr b="0" lang="es-ES" sz="2000" spc="-1" strike="noStrike">
              <a:latin typeface="Arial"/>
            </a:endParaRPr>
          </a:p>
          <a:p>
            <a:pPr marL="216000" indent="-215640">
              <a:lnSpc>
                <a:spcPct val="100000"/>
              </a:lnSpc>
              <a:tabLst>
                <a:tab algn="l" pos="0"/>
              </a:tabLst>
            </a:pPr>
            <a:r>
              <a:rPr b="0" lang="en-US" sz="2000" spc="-1" strike="noStrike">
                <a:latin typeface="Arial"/>
              </a:rPr>
              <a:t>- Laboratorio y práctica: en el repositorio disponéis de labs/lab115-vector-table/vector_table.sql con una simulación completa de base de conocimiento y búsqueda semántica para probar en vuestro contenedor.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operativas y de seguridad ofrece gestionar embeddings en SQL Server frente a sincronizarlos con una base de datos vectorial externa?</a:t>
            </a:r>
            <a:endParaRPr b="0" lang="es-ES" sz="2000" spc="-1" strike="noStrike">
              <a:latin typeface="Arial"/>
            </a:endParaRPr>
          </a:p>
          <a:p>
            <a:pPr marL="216000" indent="-215640">
              <a:lnSpc>
                <a:spcPct val="100000"/>
              </a:lnSpc>
              <a:tabLst>
                <a:tab algn="l" pos="0"/>
              </a:tabLst>
            </a:pPr>
            <a:r>
              <a:rPr b="0" lang="en-US" sz="2000" spc="-1" strike="noStrike">
                <a:latin typeface="Arial"/>
              </a:rPr>
              <a:t>- Si cada vector de 1536 dimensiones ocupa ~6 KB, ¿qué precauciones de diseño físico (ficheros, Buffer Pool, índices) debemos tomar como DBAs?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abrir el script labs/lab115-vector-table/vector_table.sql en SSMS o VS Code.</a:t>
            </a:r>
            <a:endParaRPr b="0" lang="es-ES" sz="2000" spc="-1" strike="noStrike">
              <a:latin typeface="Arial"/>
            </a:endParaRPr>
          </a:p>
          <a:p>
            <a:pPr marL="216000" indent="-215640">
              <a:lnSpc>
                <a:spcPct val="100000"/>
              </a:lnSpc>
              <a:tabLst>
                <a:tab algn="l" pos="0"/>
              </a:tabLst>
            </a:pPr>
            <a:r>
              <a:rPr b="0" lang="en-US" sz="2000" spc="-1" strike="noStrike">
                <a:latin typeface="Arial"/>
              </a:rPr>
              <a:t>- Crear la tabla dbo.BaseConocimiento con la columna ContenidoEmbedding VECTOR(4).</a:t>
            </a:r>
            <a:endParaRPr b="0" lang="es-ES" sz="2000" spc="-1" strike="noStrike">
              <a:latin typeface="Arial"/>
            </a:endParaRPr>
          </a:p>
          <a:p>
            <a:pPr marL="216000" indent="-215280">
              <a:lnSpc>
                <a:spcPct val="100000"/>
              </a:lnSpc>
              <a:tabLst>
                <a:tab algn="l" pos="0"/>
              </a:tabLst>
            </a:pPr>
            <a:r>
              <a:rPr b="0" lang="en-US" sz="2000" spc="-1" strike="noStrike">
                <a:latin typeface="Arial"/>
              </a:rPr>
              <a:t>- Insertar los registros de prueba y ejecutar la consulta con VECTOR_DISTANCE('cosine', ...) ordenando ascendentemente.</a:t>
            </a:r>
            <a:endParaRPr b="0" lang="es-ES" sz="2000" spc="-1" strike="noStrike">
              <a:latin typeface="Arial"/>
            </a:endParaRPr>
          </a:p>
        </p:txBody>
      </p:sp>
      <p:sp>
        <p:nvSpPr>
          <p:cNvPr id="212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2AB8FC5-7BB0-402C-976B-36CAEBE21EA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320" cy="3085200"/>
          </a:xfrm>
          <a:prstGeom prst="rect">
            <a:avLst/>
          </a:prstGeom>
        </p:spPr>
      </p:sp>
      <p:sp>
        <p:nvSpPr>
          <p:cNvPr id="212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5640">
              <a:lnSpc>
                <a:spcPct val="100000"/>
              </a:lnSpc>
              <a:tabLst>
                <a:tab algn="l" pos="0"/>
              </a:tabLst>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5640">
              <a:lnSpc>
                <a:spcPct val="100000"/>
              </a:lnSpc>
              <a:tabLst>
                <a:tab algn="l" pos="0"/>
              </a:tabLst>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5640">
              <a:lnSpc>
                <a:spcPct val="100000"/>
              </a:lnSpc>
              <a:tabLst>
                <a:tab algn="l" pos="0"/>
              </a:tabLst>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5640">
              <a:lnSpc>
                <a:spcPct val="100000"/>
              </a:lnSpc>
              <a:tabLst>
                <a:tab algn="l" pos="0"/>
              </a:tabLst>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5640">
              <a:lnSpc>
                <a:spcPct val="100000"/>
              </a:lnSpc>
              <a:tabLst>
                <a:tab algn="l" pos="0"/>
              </a:tabLst>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5640">
              <a:lnSpc>
                <a:spcPct val="100000"/>
              </a:lnSpc>
              <a:tabLst>
                <a:tab algn="l" pos="0"/>
              </a:tabLst>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5640">
              <a:lnSpc>
                <a:spcPct val="100000"/>
              </a:lnSpc>
              <a:tabLst>
                <a:tab algn="l" pos="0"/>
              </a:tabLst>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5640">
              <a:lnSpc>
                <a:spcPct val="100000"/>
              </a:lnSpc>
              <a:tabLst>
                <a:tab algn="l" pos="0"/>
              </a:tabLst>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5640">
              <a:lnSpc>
                <a:spcPct val="100000"/>
              </a:lnSpc>
              <a:tabLst>
                <a:tab algn="l" pos="0"/>
              </a:tabLst>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0686D6F-B493-4A06-84C9-380625D408F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320" cy="3085200"/>
          </a:xfrm>
          <a:prstGeom prst="rect">
            <a:avLst/>
          </a:prstGeom>
        </p:spPr>
      </p:sp>
      <p:sp>
        <p:nvSpPr>
          <p:cNvPr id="212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5640">
              <a:lnSpc>
                <a:spcPct val="100000"/>
              </a:lnSpc>
              <a:tabLst>
                <a:tab algn="l" pos="0"/>
              </a:tabLst>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5640">
              <a:lnSpc>
                <a:spcPct val="100000"/>
              </a:lnSpc>
              <a:tabLst>
                <a:tab algn="l" pos="0"/>
              </a:tabLst>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5640">
              <a:lnSpc>
                <a:spcPct val="100000"/>
              </a:lnSpc>
              <a:tabLst>
                <a:tab algn="l" pos="0"/>
              </a:tabLst>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5640">
              <a:lnSpc>
                <a:spcPct val="100000"/>
              </a:lnSpc>
              <a:tabLst>
                <a:tab algn="l" pos="0"/>
              </a:tabLst>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5640">
              <a:lnSpc>
                <a:spcPct val="100000"/>
              </a:lnSpc>
              <a:tabLst>
                <a:tab algn="l" pos="0"/>
              </a:tabLst>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5640">
              <a:lnSpc>
                <a:spcPct val="100000"/>
              </a:lnSpc>
              <a:tabLst>
                <a:tab algn="l" pos="0"/>
              </a:tabLst>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5E391DE-57DE-457F-A553-4F69A4594E8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320" cy="3085200"/>
          </a:xfrm>
          <a:prstGeom prst="rect">
            <a:avLst/>
          </a:prstGeom>
        </p:spPr>
      </p:sp>
      <p:sp>
        <p:nvSpPr>
          <p:cNvPr id="212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5640">
              <a:lnSpc>
                <a:spcPct val="100000"/>
              </a:lnSpc>
              <a:tabLst>
                <a:tab algn="l" pos="0"/>
              </a:tabLst>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5640">
              <a:lnSpc>
                <a:spcPct val="100000"/>
              </a:lnSpc>
              <a:tabLst>
                <a:tab algn="l" pos="0"/>
              </a:tabLst>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5640">
              <a:lnSpc>
                <a:spcPct val="100000"/>
              </a:lnSpc>
              <a:tabLst>
                <a:tab algn="l" pos="0"/>
              </a:tabLst>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5640">
              <a:lnSpc>
                <a:spcPct val="100000"/>
              </a:lnSpc>
              <a:tabLst>
                <a:tab algn="l" pos="0"/>
              </a:tabLst>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5640">
              <a:lnSpc>
                <a:spcPct val="100000"/>
              </a:lnSpc>
              <a:tabLst>
                <a:tab algn="l" pos="0"/>
              </a:tabLst>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5640">
              <a:lnSpc>
                <a:spcPct val="100000"/>
              </a:lnSpc>
              <a:tabLst>
                <a:tab algn="l" pos="0"/>
              </a:tabLst>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28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4F07B6-E482-4DFE-B460-B7155AE7267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320" cy="3085200"/>
          </a:xfrm>
          <a:prstGeom prst="rect">
            <a:avLst/>
          </a:prstGeom>
        </p:spPr>
      </p:sp>
      <p:sp>
        <p:nvSpPr>
          <p:cNvPr id="213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5640">
              <a:lnSpc>
                <a:spcPct val="100000"/>
              </a:lnSpc>
              <a:tabLst>
                <a:tab algn="l" pos="0"/>
              </a:tabLst>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5640">
              <a:lnSpc>
                <a:spcPct val="100000"/>
              </a:lnSpc>
              <a:tabLst>
                <a:tab algn="l" pos="0"/>
              </a:tabLst>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5640">
              <a:lnSpc>
                <a:spcPct val="100000"/>
              </a:lnSpc>
              <a:tabLst>
                <a:tab algn="l" pos="0"/>
              </a:tabLst>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5640">
              <a:lnSpc>
                <a:spcPct val="100000"/>
              </a:lnSpc>
              <a:tabLst>
                <a:tab algn="l" pos="0"/>
              </a:tabLst>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5640">
              <a:lnSpc>
                <a:spcPct val="100000"/>
              </a:lnSpc>
              <a:tabLst>
                <a:tab algn="l" pos="0"/>
              </a:tabLst>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5640">
              <a:lnSpc>
                <a:spcPct val="100000"/>
              </a:lnSpc>
              <a:tabLst>
                <a:tab algn="l" pos="0"/>
              </a:tabLst>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28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E4470B-A81D-4A69-ADD3-04C09217AC0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320" cy="3085200"/>
          </a:xfrm>
          <a:prstGeom prst="rect">
            <a:avLst/>
          </a:prstGeom>
        </p:spPr>
      </p:sp>
      <p:sp>
        <p:nvSpPr>
          <p:cNvPr id="213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5640">
              <a:lnSpc>
                <a:spcPct val="100000"/>
              </a:lnSpc>
              <a:tabLst>
                <a:tab algn="l" pos="0"/>
              </a:tabLst>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5640">
              <a:lnSpc>
                <a:spcPct val="100000"/>
              </a:lnSpc>
              <a:tabLst>
                <a:tab algn="l" pos="0"/>
              </a:tabLst>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5640">
              <a:lnSpc>
                <a:spcPct val="100000"/>
              </a:lnSpc>
              <a:tabLst>
                <a:tab algn="l" pos="0"/>
              </a:tabLst>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5640">
              <a:lnSpc>
                <a:spcPct val="100000"/>
              </a:lnSpc>
              <a:tabLst>
                <a:tab algn="l" pos="0"/>
              </a:tabLst>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5640">
              <a:lnSpc>
                <a:spcPct val="100000"/>
              </a:lnSpc>
              <a:tabLst>
                <a:tab algn="l" pos="0"/>
              </a:tabLst>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28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1F88D67-2DFC-4EEA-99F1-D1BBB6FBF3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320" cy="3085200"/>
          </a:xfrm>
          <a:prstGeom prst="rect">
            <a:avLst/>
          </a:prstGeom>
        </p:spPr>
      </p:sp>
      <p:sp>
        <p:nvSpPr>
          <p:cNvPr id="213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5640">
              <a:lnSpc>
                <a:spcPct val="100000"/>
              </a:lnSpc>
              <a:tabLst>
                <a:tab algn="l" pos="0"/>
              </a:tabLst>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5640">
              <a:lnSpc>
                <a:spcPct val="100000"/>
              </a:lnSpc>
              <a:tabLst>
                <a:tab algn="l" pos="0"/>
              </a:tabLst>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5640">
              <a:lnSpc>
                <a:spcPct val="100000"/>
              </a:lnSpc>
              <a:tabLst>
                <a:tab algn="l" pos="0"/>
              </a:tabLst>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5640">
              <a:lnSpc>
                <a:spcPct val="100000"/>
              </a:lnSpc>
              <a:tabLst>
                <a:tab algn="l" pos="0"/>
              </a:tabLst>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5640">
              <a:lnSpc>
                <a:spcPct val="100000"/>
              </a:lnSpc>
              <a:tabLst>
                <a:tab algn="l" pos="0"/>
              </a:tabLst>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5640">
              <a:lnSpc>
                <a:spcPct val="100000"/>
              </a:lnSpc>
              <a:tabLst>
                <a:tab algn="l" pos="0"/>
              </a:tabLst>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28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FB8C461-A7CF-4793-8064-53CD59D6067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320" cy="3085200"/>
          </a:xfrm>
          <a:prstGeom prst="rect">
            <a:avLst/>
          </a:prstGeom>
        </p:spPr>
      </p:sp>
      <p:sp>
        <p:nvSpPr>
          <p:cNvPr id="214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5640">
              <a:lnSpc>
                <a:spcPct val="100000"/>
              </a:lnSpc>
              <a:tabLst>
                <a:tab algn="l" pos="0"/>
              </a:tabLst>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5640">
              <a:lnSpc>
                <a:spcPct val="100000"/>
              </a:lnSpc>
              <a:tabLst>
                <a:tab algn="l" pos="0"/>
              </a:tabLst>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5640">
              <a:lnSpc>
                <a:spcPct val="100000"/>
              </a:lnSpc>
              <a:tabLst>
                <a:tab algn="l" pos="0"/>
              </a:tabLst>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5640">
              <a:lnSpc>
                <a:spcPct val="100000"/>
              </a:lnSpc>
              <a:tabLst>
                <a:tab algn="l" pos="0"/>
              </a:tabLst>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5640">
              <a:lnSpc>
                <a:spcPct val="100000"/>
              </a:lnSpc>
              <a:tabLst>
                <a:tab algn="l" pos="0"/>
              </a:tabLst>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5640">
              <a:lnSpc>
                <a:spcPct val="100000"/>
              </a:lnSpc>
              <a:tabLst>
                <a:tab algn="l" pos="0"/>
              </a:tabLst>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28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16A9407-CBF3-448C-816B-A5BEE3DCEB7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320" cy="3085200"/>
          </a:xfrm>
          <a:prstGeom prst="rect">
            <a:avLst/>
          </a:prstGeom>
        </p:spPr>
      </p:sp>
      <p:sp>
        <p:nvSpPr>
          <p:cNvPr id="214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5640">
              <a:lnSpc>
                <a:spcPct val="100000"/>
              </a:lnSpc>
              <a:tabLst>
                <a:tab algn="l" pos="0"/>
              </a:tabLst>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5640">
              <a:lnSpc>
                <a:spcPct val="100000"/>
              </a:lnSpc>
              <a:tabLst>
                <a:tab algn="l" pos="0"/>
              </a:tabLst>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5640">
              <a:lnSpc>
                <a:spcPct val="100000"/>
              </a:lnSpc>
              <a:tabLst>
                <a:tab algn="l" pos="0"/>
              </a:tabLst>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5640">
              <a:lnSpc>
                <a:spcPct val="100000"/>
              </a:lnSpc>
              <a:tabLst>
                <a:tab algn="l" pos="0"/>
              </a:tabLst>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28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782F747-81AA-49F5-A121-3513716A282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320" cy="3085200"/>
          </a:xfrm>
          <a:prstGeom prst="rect">
            <a:avLst/>
          </a:prstGeom>
        </p:spPr>
      </p:sp>
      <p:sp>
        <p:nvSpPr>
          <p:cNvPr id="214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5640">
              <a:lnSpc>
                <a:spcPct val="100000"/>
              </a:lnSpc>
              <a:tabLst>
                <a:tab algn="l" pos="0"/>
              </a:tabLst>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5640">
              <a:lnSpc>
                <a:spcPct val="100000"/>
              </a:lnSpc>
              <a:tabLst>
                <a:tab algn="l" pos="0"/>
              </a:tabLst>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5640">
              <a:lnSpc>
                <a:spcPct val="100000"/>
              </a:lnSpc>
              <a:tabLst>
                <a:tab algn="l" pos="0"/>
              </a:tabLst>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5640">
              <a:lnSpc>
                <a:spcPct val="100000"/>
              </a:lnSpc>
              <a:tabLst>
                <a:tab algn="l" pos="0"/>
              </a:tabLst>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5640">
              <a:lnSpc>
                <a:spcPct val="100000"/>
              </a:lnSpc>
              <a:tabLst>
                <a:tab algn="l" pos="0"/>
              </a:tabLst>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5640">
              <a:lnSpc>
                <a:spcPct val="100000"/>
              </a:lnSpc>
              <a:tabLst>
                <a:tab algn="l" pos="0"/>
              </a:tabLst>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5640">
              <a:lnSpc>
                <a:spcPct val="100000"/>
              </a:lnSpc>
              <a:tabLst>
                <a:tab algn="l" pos="0"/>
              </a:tabLst>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5640">
              <a:lnSpc>
                <a:spcPct val="100000"/>
              </a:lnSpc>
              <a:tabLst>
                <a:tab algn="l" pos="0"/>
              </a:tabLst>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8F1D31B-F273-45C3-9BB1-9765D8ED160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320" cy="3085200"/>
          </a:xfrm>
          <a:prstGeom prst="rect">
            <a:avLst/>
          </a:prstGeom>
        </p:spPr>
      </p:sp>
      <p:sp>
        <p:nvSpPr>
          <p:cNvPr id="215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5640">
              <a:lnSpc>
                <a:spcPct val="100000"/>
              </a:lnSpc>
              <a:tabLst>
                <a:tab algn="l" pos="0"/>
              </a:tabLst>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5640">
              <a:lnSpc>
                <a:spcPct val="100000"/>
              </a:lnSpc>
              <a:tabLst>
                <a:tab algn="l" pos="0"/>
              </a:tabLst>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5640">
              <a:lnSpc>
                <a:spcPct val="100000"/>
              </a:lnSpc>
              <a:tabLst>
                <a:tab algn="l" pos="0"/>
              </a:tabLst>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5640">
              <a:lnSpc>
                <a:spcPct val="100000"/>
              </a:lnSpc>
              <a:tabLst>
                <a:tab algn="l" pos="0"/>
              </a:tabLst>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28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96E862A-E474-4D6C-AB58-EFD3E911383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320" cy="3085200"/>
          </a:xfrm>
          <a:prstGeom prst="rect">
            <a:avLst/>
          </a:prstGeom>
        </p:spPr>
      </p:sp>
      <p:sp>
        <p:nvSpPr>
          <p:cNvPr id="215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5640">
              <a:lnSpc>
                <a:spcPct val="100000"/>
              </a:lnSpc>
              <a:tabLst>
                <a:tab algn="l" pos="0"/>
              </a:tabLst>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5640">
              <a:lnSpc>
                <a:spcPct val="100000"/>
              </a:lnSpc>
              <a:tabLst>
                <a:tab algn="l" pos="0"/>
              </a:tabLst>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5640">
              <a:lnSpc>
                <a:spcPct val="100000"/>
              </a:lnSpc>
              <a:tabLst>
                <a:tab algn="l" pos="0"/>
              </a:tabLst>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5640">
              <a:lnSpc>
                <a:spcPct val="100000"/>
              </a:lnSpc>
              <a:tabLst>
                <a:tab algn="l" pos="0"/>
              </a:tabLst>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904C459-8529-4656-BC2D-1B346C6AD7B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320" cy="3085200"/>
          </a:xfrm>
          <a:prstGeom prst="rect">
            <a:avLst/>
          </a:prstGeom>
        </p:spPr>
      </p:sp>
      <p:sp>
        <p:nvSpPr>
          <p:cNvPr id="215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5640">
              <a:lnSpc>
                <a:spcPct val="100000"/>
              </a:lnSpc>
              <a:tabLst>
                <a:tab algn="l" pos="0"/>
              </a:tabLst>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5640">
              <a:lnSpc>
                <a:spcPct val="100000"/>
              </a:lnSpc>
              <a:tabLst>
                <a:tab algn="l" pos="0"/>
              </a:tabLst>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5640">
              <a:lnSpc>
                <a:spcPct val="100000"/>
              </a:lnSpc>
              <a:tabLst>
                <a:tab algn="l" pos="0"/>
              </a:tabLst>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5640">
              <a:lnSpc>
                <a:spcPct val="100000"/>
              </a:lnSpc>
              <a:tabLst>
                <a:tab algn="l" pos="0"/>
              </a:tabLst>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5640">
              <a:lnSpc>
                <a:spcPct val="100000"/>
              </a:lnSpc>
              <a:tabLst>
                <a:tab algn="l" pos="0"/>
              </a:tabLst>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28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B25B246-96B1-4091-91A3-68500A9771D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320" cy="3085200"/>
          </a:xfrm>
          <a:prstGeom prst="rect">
            <a:avLst/>
          </a:prstGeom>
        </p:spPr>
      </p:sp>
      <p:sp>
        <p:nvSpPr>
          <p:cNvPr id="215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5640">
              <a:lnSpc>
                <a:spcPct val="100000"/>
              </a:lnSpc>
              <a:tabLst>
                <a:tab algn="l" pos="0"/>
              </a:tabLst>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5640">
              <a:lnSpc>
                <a:spcPct val="100000"/>
              </a:lnSpc>
              <a:tabLst>
                <a:tab algn="l" pos="0"/>
              </a:tabLst>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5640">
              <a:lnSpc>
                <a:spcPct val="100000"/>
              </a:lnSpc>
              <a:tabLst>
                <a:tab algn="l" pos="0"/>
              </a:tabLst>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5640">
              <a:lnSpc>
                <a:spcPct val="100000"/>
              </a:lnSpc>
              <a:tabLst>
                <a:tab algn="l" pos="0"/>
              </a:tabLst>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5640">
              <a:lnSpc>
                <a:spcPct val="100000"/>
              </a:lnSpc>
              <a:tabLst>
                <a:tab algn="l" pos="0"/>
              </a:tabLst>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28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BC08326-EDA5-4587-ACA1-1C88168688D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320" cy="3085200"/>
          </a:xfrm>
          <a:prstGeom prst="rect">
            <a:avLst/>
          </a:prstGeom>
        </p:spPr>
      </p:sp>
      <p:sp>
        <p:nvSpPr>
          <p:cNvPr id="216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5640">
              <a:lnSpc>
                <a:spcPct val="100000"/>
              </a:lnSpc>
              <a:tabLst>
                <a:tab algn="l" pos="0"/>
              </a:tabLst>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5640">
              <a:lnSpc>
                <a:spcPct val="100000"/>
              </a:lnSpc>
              <a:tabLst>
                <a:tab algn="l" pos="0"/>
              </a:tabLst>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5640">
              <a:lnSpc>
                <a:spcPct val="100000"/>
              </a:lnSpc>
              <a:tabLst>
                <a:tab algn="l" pos="0"/>
              </a:tabLst>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28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87D0C8D-F579-4951-9D23-31F3260CD6D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320" cy="3085200"/>
          </a:xfrm>
          <a:prstGeom prst="rect">
            <a:avLst/>
          </a:prstGeom>
        </p:spPr>
      </p:sp>
      <p:sp>
        <p:nvSpPr>
          <p:cNvPr id="216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5640">
              <a:lnSpc>
                <a:spcPct val="100000"/>
              </a:lnSpc>
              <a:tabLst>
                <a:tab algn="l" pos="0"/>
              </a:tabLst>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5640">
              <a:lnSpc>
                <a:spcPct val="100000"/>
              </a:lnSpc>
              <a:tabLst>
                <a:tab algn="l" pos="0"/>
              </a:tabLst>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5640">
              <a:lnSpc>
                <a:spcPct val="100000"/>
              </a:lnSpc>
              <a:tabLst>
                <a:tab algn="l" pos="0"/>
              </a:tabLst>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5640">
              <a:lnSpc>
                <a:spcPct val="100000"/>
              </a:lnSpc>
              <a:tabLst>
                <a:tab algn="l" pos="0"/>
              </a:tabLst>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28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075AF6E-D746-41B5-B210-5BAF39170D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320" cy="3085200"/>
          </a:xfrm>
          <a:prstGeom prst="rect">
            <a:avLst/>
          </a:prstGeom>
        </p:spPr>
      </p:sp>
      <p:sp>
        <p:nvSpPr>
          <p:cNvPr id="216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5640">
              <a:lnSpc>
                <a:spcPct val="100000"/>
              </a:lnSpc>
              <a:tabLst>
                <a:tab algn="l" pos="0"/>
              </a:tabLst>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5640">
              <a:lnSpc>
                <a:spcPct val="100000"/>
              </a:lnSpc>
              <a:tabLst>
                <a:tab algn="l" pos="0"/>
              </a:tabLst>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5640">
              <a:lnSpc>
                <a:spcPct val="100000"/>
              </a:lnSpc>
              <a:tabLst>
                <a:tab algn="l" pos="0"/>
              </a:tabLst>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5640">
              <a:lnSpc>
                <a:spcPct val="100000"/>
              </a:lnSpc>
              <a:tabLst>
                <a:tab algn="l" pos="0"/>
              </a:tabLst>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5640">
              <a:lnSpc>
                <a:spcPct val="100000"/>
              </a:lnSpc>
              <a:tabLst>
                <a:tab algn="l" pos="0"/>
              </a:tabLst>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28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2EC8235-0C44-446A-9D70-57DFDD36A25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320" cy="3085200"/>
          </a:xfrm>
          <a:prstGeom prst="rect">
            <a:avLst/>
          </a:prstGeom>
        </p:spPr>
      </p:sp>
      <p:sp>
        <p:nvSpPr>
          <p:cNvPr id="217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5640">
              <a:lnSpc>
                <a:spcPct val="100000"/>
              </a:lnSpc>
              <a:tabLst>
                <a:tab algn="l" pos="0"/>
              </a:tabLst>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5640">
              <a:lnSpc>
                <a:spcPct val="100000"/>
              </a:lnSpc>
              <a:tabLst>
                <a:tab algn="l" pos="0"/>
              </a:tabLst>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5640">
              <a:lnSpc>
                <a:spcPct val="100000"/>
              </a:lnSpc>
              <a:tabLst>
                <a:tab algn="l" pos="0"/>
              </a:tabLst>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5640">
              <a:lnSpc>
                <a:spcPct val="100000"/>
              </a:lnSpc>
              <a:tabLst>
                <a:tab algn="l" pos="0"/>
              </a:tabLst>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5640">
              <a:lnSpc>
                <a:spcPct val="100000"/>
              </a:lnSpc>
              <a:tabLst>
                <a:tab algn="l" pos="0"/>
              </a:tabLst>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28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F5B7B14-76FB-43ED-B335-D405E4E4874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320" cy="3085200"/>
          </a:xfrm>
          <a:prstGeom prst="rect">
            <a:avLst/>
          </a:prstGeom>
        </p:spPr>
      </p:sp>
      <p:sp>
        <p:nvSpPr>
          <p:cNvPr id="217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5640">
              <a:lnSpc>
                <a:spcPct val="100000"/>
              </a:lnSpc>
              <a:tabLst>
                <a:tab algn="l" pos="0"/>
              </a:tabLst>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5640">
              <a:lnSpc>
                <a:spcPct val="100000"/>
              </a:lnSpc>
              <a:tabLst>
                <a:tab algn="l" pos="0"/>
              </a:tabLst>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5640">
              <a:lnSpc>
                <a:spcPct val="100000"/>
              </a:lnSpc>
              <a:tabLst>
                <a:tab algn="l" pos="0"/>
              </a:tabLst>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5640">
              <a:lnSpc>
                <a:spcPct val="100000"/>
              </a:lnSpc>
              <a:tabLst>
                <a:tab algn="l" pos="0"/>
              </a:tabLst>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5640">
              <a:lnSpc>
                <a:spcPct val="100000"/>
              </a:lnSpc>
              <a:tabLst>
                <a:tab algn="l" pos="0"/>
              </a:tabLst>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6B7B29A-0FE0-428E-93E2-B4F633E0A69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320" cy="3085200"/>
          </a:xfrm>
          <a:prstGeom prst="rect">
            <a:avLst/>
          </a:prstGeom>
        </p:spPr>
      </p:sp>
      <p:sp>
        <p:nvSpPr>
          <p:cNvPr id="217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5640">
              <a:lnSpc>
                <a:spcPct val="100000"/>
              </a:lnSpc>
              <a:tabLst>
                <a:tab algn="l" pos="0"/>
              </a:tabLst>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5640">
              <a:lnSpc>
                <a:spcPct val="100000"/>
              </a:lnSpc>
              <a:tabLst>
                <a:tab algn="l" pos="0"/>
              </a:tabLst>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5640">
              <a:lnSpc>
                <a:spcPct val="100000"/>
              </a:lnSpc>
              <a:tabLst>
                <a:tab algn="l" pos="0"/>
              </a:tabLst>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5640">
              <a:lnSpc>
                <a:spcPct val="100000"/>
              </a:lnSpc>
              <a:tabLst>
                <a:tab algn="l" pos="0"/>
              </a:tabLst>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28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B6E53DB-5CAB-43E3-937D-63FF8C95DF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320" cy="3085200"/>
          </a:xfrm>
          <a:prstGeom prst="rect">
            <a:avLst/>
          </a:prstGeom>
        </p:spPr>
      </p:sp>
      <p:sp>
        <p:nvSpPr>
          <p:cNvPr id="218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5640">
              <a:lnSpc>
                <a:spcPct val="100000"/>
              </a:lnSpc>
              <a:tabLst>
                <a:tab algn="l" pos="0"/>
              </a:tabLst>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5640">
              <a:lnSpc>
                <a:spcPct val="100000"/>
              </a:lnSpc>
              <a:tabLst>
                <a:tab algn="l" pos="0"/>
              </a:tabLst>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5640">
              <a:lnSpc>
                <a:spcPct val="100000"/>
              </a:lnSpc>
              <a:tabLst>
                <a:tab algn="l" pos="0"/>
              </a:tabLst>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5640">
              <a:lnSpc>
                <a:spcPct val="100000"/>
              </a:lnSpc>
              <a:tabLst>
                <a:tab algn="l" pos="0"/>
              </a:tabLst>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5640">
              <a:lnSpc>
                <a:spcPct val="100000"/>
              </a:lnSpc>
              <a:tabLst>
                <a:tab algn="l" pos="0"/>
              </a:tabLst>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28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E6046B1-C4EB-42C9-9F8C-42B2EE31FEB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320" cy="3085200"/>
          </a:xfrm>
          <a:prstGeom prst="rect">
            <a:avLst/>
          </a:prstGeom>
        </p:spPr>
      </p:sp>
      <p:sp>
        <p:nvSpPr>
          <p:cNvPr id="218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5640">
              <a:lnSpc>
                <a:spcPct val="100000"/>
              </a:lnSpc>
              <a:tabLst>
                <a:tab algn="l" pos="0"/>
              </a:tabLst>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5640">
              <a:lnSpc>
                <a:spcPct val="100000"/>
              </a:lnSpc>
              <a:tabLst>
                <a:tab algn="l" pos="0"/>
              </a:tabLst>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5640">
              <a:lnSpc>
                <a:spcPct val="100000"/>
              </a:lnSpc>
              <a:tabLst>
                <a:tab algn="l" pos="0"/>
              </a:tabLst>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5640">
              <a:lnSpc>
                <a:spcPct val="100000"/>
              </a:lnSpc>
              <a:tabLst>
                <a:tab algn="l" pos="0"/>
              </a:tabLst>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5640">
              <a:lnSpc>
                <a:spcPct val="100000"/>
              </a:lnSpc>
              <a:tabLst>
                <a:tab algn="l" pos="0"/>
              </a:tabLst>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AA6BD65-F4C0-4C1C-854B-293D7DCDD99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320" cy="3085200"/>
          </a:xfrm>
          <a:prstGeom prst="rect">
            <a:avLst/>
          </a:prstGeom>
        </p:spPr>
      </p:sp>
      <p:sp>
        <p:nvSpPr>
          <p:cNvPr id="218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5640">
              <a:lnSpc>
                <a:spcPct val="100000"/>
              </a:lnSpc>
              <a:tabLst>
                <a:tab algn="l" pos="0"/>
              </a:tabLst>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5640">
              <a:lnSpc>
                <a:spcPct val="100000"/>
              </a:lnSpc>
              <a:tabLst>
                <a:tab algn="l" pos="0"/>
              </a:tabLst>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5640">
              <a:lnSpc>
                <a:spcPct val="100000"/>
              </a:lnSpc>
              <a:tabLst>
                <a:tab algn="l" pos="0"/>
              </a:tabLst>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5640">
              <a:lnSpc>
                <a:spcPct val="100000"/>
              </a:lnSpc>
              <a:tabLst>
                <a:tab algn="l" pos="0"/>
              </a:tabLst>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5640">
              <a:lnSpc>
                <a:spcPct val="100000"/>
              </a:lnSpc>
              <a:tabLst>
                <a:tab algn="l" pos="0"/>
              </a:tabLst>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28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C465C3E-6CC8-4CF2-ACDD-E5015A2447D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320" cy="3085200"/>
          </a:xfrm>
          <a:prstGeom prst="rect">
            <a:avLst/>
          </a:prstGeom>
        </p:spPr>
      </p:sp>
      <p:sp>
        <p:nvSpPr>
          <p:cNvPr id="218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5640">
              <a:lnSpc>
                <a:spcPct val="100000"/>
              </a:lnSpc>
              <a:tabLst>
                <a:tab algn="l" pos="0"/>
              </a:tabLst>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5640">
              <a:lnSpc>
                <a:spcPct val="100000"/>
              </a:lnSpc>
              <a:tabLst>
                <a:tab algn="l" pos="0"/>
              </a:tabLst>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5640">
              <a:lnSpc>
                <a:spcPct val="100000"/>
              </a:lnSpc>
              <a:tabLst>
                <a:tab algn="l" pos="0"/>
              </a:tabLst>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5640">
              <a:lnSpc>
                <a:spcPct val="100000"/>
              </a:lnSpc>
              <a:tabLst>
                <a:tab algn="l" pos="0"/>
              </a:tabLst>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28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FA93483-F654-49C3-A8C5-CAEEE65A3EB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320" cy="3085200"/>
          </a:xfrm>
          <a:prstGeom prst="rect">
            <a:avLst/>
          </a:prstGeom>
        </p:spPr>
      </p:sp>
      <p:sp>
        <p:nvSpPr>
          <p:cNvPr id="219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5640">
              <a:lnSpc>
                <a:spcPct val="100000"/>
              </a:lnSpc>
              <a:tabLst>
                <a:tab algn="l" pos="0"/>
              </a:tabLst>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5640">
              <a:lnSpc>
                <a:spcPct val="100000"/>
              </a:lnSpc>
              <a:tabLst>
                <a:tab algn="l" pos="0"/>
              </a:tabLst>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5640">
              <a:lnSpc>
                <a:spcPct val="100000"/>
              </a:lnSpc>
              <a:tabLst>
                <a:tab algn="l" pos="0"/>
              </a:tabLst>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5640">
              <a:lnSpc>
                <a:spcPct val="100000"/>
              </a:lnSpc>
              <a:tabLst>
                <a:tab algn="l" pos="0"/>
              </a:tabLst>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5640">
              <a:lnSpc>
                <a:spcPct val="100000"/>
              </a:lnSpc>
              <a:tabLst>
                <a:tab algn="l" pos="0"/>
              </a:tabLst>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5640">
              <a:lnSpc>
                <a:spcPct val="100000"/>
              </a:lnSpc>
              <a:tabLst>
                <a:tab algn="l" pos="0"/>
              </a:tabLst>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28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824C183-3415-40F1-A0E7-A83D9DDC5AA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320" cy="3085200"/>
          </a:xfrm>
          <a:prstGeom prst="rect">
            <a:avLst/>
          </a:prstGeom>
        </p:spPr>
      </p:sp>
      <p:sp>
        <p:nvSpPr>
          <p:cNvPr id="219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5640">
              <a:lnSpc>
                <a:spcPct val="100000"/>
              </a:lnSpc>
              <a:tabLst>
                <a:tab algn="l" pos="0"/>
              </a:tabLst>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5640">
              <a:lnSpc>
                <a:spcPct val="100000"/>
              </a:lnSpc>
              <a:tabLst>
                <a:tab algn="l" pos="0"/>
              </a:tabLst>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5640">
              <a:lnSpc>
                <a:spcPct val="100000"/>
              </a:lnSpc>
              <a:tabLst>
                <a:tab algn="l" pos="0"/>
              </a:tabLst>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5640">
              <a:lnSpc>
                <a:spcPct val="100000"/>
              </a:lnSpc>
              <a:tabLst>
                <a:tab algn="l" pos="0"/>
              </a:tabLst>
            </a:pPr>
            <a:r>
              <a:rPr b="0" lang="en-US" sz="2000" spc="-1" strike="noStrike">
                <a:latin typeface="Arial"/>
              </a:rPr>
              <a:t>- ¿Qué coste adicional tiene ahora un INSERT en dbo.Pedido? ¿Cómo lo medirías?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5640">
              <a:lnSpc>
                <a:spcPct val="100000"/>
              </a:lnSpc>
              <a:tabLst>
                <a:tab algn="l" pos="0"/>
              </a:tabLst>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5640">
              <a:lnSpc>
                <a:spcPct val="100000"/>
              </a:lnSpc>
              <a:tabLst>
                <a:tab algn="l" pos="0"/>
              </a:tabLst>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5640">
              <a:lnSpc>
                <a:spcPct val="100000"/>
              </a:lnSpc>
              <a:tabLst>
                <a:tab algn="l" pos="0"/>
              </a:tabLst>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5640">
              <a:lnSpc>
                <a:spcPct val="100000"/>
              </a:lnSpc>
              <a:tabLst>
                <a:tab algn="l" pos="0"/>
              </a:tabLst>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5640">
              <a:lnSpc>
                <a:spcPct val="100000"/>
              </a:lnSpc>
              <a:tabLst>
                <a:tab algn="l" pos="0"/>
              </a:tabLst>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5640">
              <a:lnSpc>
                <a:spcPct val="100000"/>
              </a:lnSpc>
              <a:tabLst>
                <a:tab algn="l" pos="0"/>
              </a:tabLst>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5640">
              <a:lnSpc>
                <a:spcPct val="100000"/>
              </a:lnSpc>
              <a:tabLst>
                <a:tab algn="l" pos="0"/>
              </a:tabLst>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5640">
              <a:lnSpc>
                <a:spcPct val="100000"/>
              </a:lnSpc>
              <a:tabLst>
                <a:tab algn="l" pos="0"/>
              </a:tabLst>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5A487F-0B1E-44EC-A865-9C8DD91860F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320" cy="3085200"/>
          </a:xfrm>
          <a:prstGeom prst="rect">
            <a:avLst/>
          </a:prstGeom>
        </p:spPr>
      </p:sp>
      <p:sp>
        <p:nvSpPr>
          <p:cNvPr id="219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Practicar la lectura de planes reales: contrastar un predicado no SARGable con uno SARGable, localizar un Key Lookup y registrar lecturas y desviaciones de cardinalidad.</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30–35 minutos. Requiere haber completado el Lab 3.1 (tablas Ventas.dbo.Pedido con 500.000 filas).</a:t>
            </a:r>
            <a:endParaRPr b="0" lang="es-ES" sz="2000" spc="-1" strike="noStrike">
              <a:latin typeface="Arial"/>
            </a:endParaRPr>
          </a:p>
          <a:p>
            <a:pPr marL="216000" indent="-215640">
              <a:lnSpc>
                <a:spcPct val="100000"/>
              </a:lnSpc>
              <a:tabLst>
                <a:tab algn="l" pos="0"/>
              </a:tabLst>
            </a:pPr>
            <a:r>
              <a:rPr b="0" lang="en-US" sz="2000" spc="-1" strike="noStrike">
                <a:latin typeface="Arial"/>
              </a:rPr>
              <a:t>- Objetivo: tres consultas casi idénticas con planes muy distintos. A) YEAR(FechaPedido) = 2024 obliga a evaluar la función sobre cada fila: Index Scan; B) rango de fechas SARGable: Index Seek; C) consulta que pide Total sobre un índice que no lo incluye: Seek + Key Lookup.</a:t>
            </a:r>
            <a:endParaRPr b="0" lang="es-ES" sz="2000" spc="-1" strike="noStrike">
              <a:latin typeface="Arial"/>
            </a:endParaRPr>
          </a:p>
          <a:p>
            <a:pPr marL="216000" indent="-215640">
              <a:lnSpc>
                <a:spcPct val="100000"/>
              </a:lnSpc>
              <a:tabLst>
                <a:tab algn="l" pos="0"/>
              </a:tabLst>
            </a:pPr>
            <a:r>
              <a:rPr b="0" lang="en-US" sz="2000" spc="-1" strike="noStrike">
                <a:latin typeface="Arial"/>
              </a:rPr>
              <a:t>- Pedir que cada pareja rellene una tabla con operador, logical reads, Estimated vs Actual Rows y si hay warnings, y que justifique cuál es la mejor versión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Cerrar con una puesta en común: ¿qué cambio de código (no de índice) mejoró más? Insistir en que reescribir predicados suele ser más barato que crear índices.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en la consulta A el optimizador no puede hacer un Seek aunque exista el índice sobre FechaPedido?</a:t>
            </a:r>
            <a:endParaRPr b="0" lang="es-ES" sz="2000" spc="-1" strike="noStrike">
              <a:latin typeface="Arial"/>
            </a:endParaRPr>
          </a:p>
          <a:p>
            <a:pPr marL="216000" indent="-215640">
              <a:lnSpc>
                <a:spcPct val="100000"/>
              </a:lnSpc>
              <a:tabLst>
                <a:tab algn="l" pos="0"/>
              </a:tabLst>
            </a:pPr>
            <a:r>
              <a:rPr b="0" lang="en-US" sz="2000" spc="-1" strike="noStrike">
                <a:latin typeface="Arial"/>
              </a:rPr>
              <a:t>- ¿Qué indica que Estimated Rows y Actual Rows difieran mucho en la consulta C y qué haríais para corregirlo?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 SET STATISTICS IO ON; activar Ctrl+M. Crear el índice: CREATE NONCLUSTERED INDEX IX_Pedido_Fecha ON dbo.Pedido (FechaPedido);</a:t>
            </a:r>
            <a:endParaRPr b="0" lang="es-ES" sz="2000" spc="-1" strike="noStrike">
              <a:latin typeface="Arial"/>
            </a:endParaRPr>
          </a:p>
          <a:p>
            <a:pPr marL="216000" indent="-215640">
              <a:lnSpc>
                <a:spcPct val="100000"/>
              </a:lnSpc>
              <a:tabLst>
                <a:tab algn="l" pos="0"/>
              </a:tabLst>
            </a:pPr>
            <a:r>
              <a:rPr b="0" lang="en-US" sz="2000" spc="-1" strike="noStrike">
                <a:latin typeface="Arial"/>
              </a:rPr>
              <a:t>- PASO 2 · Consulta A (no SARGable): SELECT PedidoId FROM dbo.Pedido WHERE YEAR(FechaPedido) = 2024; Resultado esperado: Index Scan sobre IX_Pedido_Fecha, lecturas lógicas altas. Anotar operador, logical reads y Estimated/Actual Rows.</a:t>
            </a:r>
            <a:endParaRPr b="0" lang="es-ES" sz="2000" spc="-1" strike="noStrike">
              <a:latin typeface="Arial"/>
            </a:endParaRPr>
          </a:p>
          <a:p>
            <a:pPr marL="216000" indent="-215640">
              <a:lnSpc>
                <a:spcPct val="100000"/>
              </a:lnSpc>
              <a:tabLst>
                <a:tab algn="l" pos="0"/>
              </a:tabLst>
            </a:pPr>
            <a:r>
              <a:rPr b="0" lang="en-US" sz="2000" spc="-1" strike="noStrike">
                <a:latin typeface="Arial"/>
              </a:rPr>
              <a:t>- PASO 3 · Consulta B (SARGable): SELECT PedidoId FROM dbo.Pedido WHERE FechaPedido &gt;= '20240101' AND FechaPedido &lt; '20250101'; Resultado esperado: Index Seek con las mismas filas. Comparar lecturas con A.</a:t>
            </a:r>
            <a:endParaRPr b="0" lang="es-ES" sz="2000" spc="-1" strike="noStrike">
              <a:latin typeface="Arial"/>
            </a:endParaRPr>
          </a:p>
          <a:p>
            <a:pPr marL="216000" indent="-215640">
              <a:lnSpc>
                <a:spcPct val="100000"/>
              </a:lnSpc>
              <a:tabLst>
                <a:tab algn="l" pos="0"/>
              </a:tabLst>
            </a:pPr>
            <a:r>
              <a:rPr b="0" lang="en-US" sz="2000" spc="-1" strike="noStrike">
                <a:latin typeface="Arial"/>
              </a:rPr>
              <a:t>- PASO 4 · Consulta C: SELECT PedidoId, Total FROM dbo.Pedido WHERE FechaPedido = '20240315'; Resultado esperado: Index Seek + Key Lookup (Total no está en el índice). Abrir las propiedades del Key Lookup (F4) y ver Number of Executions.</a:t>
            </a:r>
            <a:endParaRPr b="0" lang="es-ES" sz="2000" spc="-1" strike="noStrike">
              <a:latin typeface="Arial"/>
            </a:endParaRPr>
          </a:p>
          <a:p>
            <a:pPr marL="216000" indent="-215640">
              <a:lnSpc>
                <a:spcPct val="100000"/>
              </a:lnSpc>
              <a:tabLst>
                <a:tab algn="l" pos="0"/>
              </a:tabLst>
            </a:pPr>
            <a:r>
              <a:rPr b="0" lang="en-US" sz="2000" spc="-1" strike="noStrike">
                <a:latin typeface="Arial"/>
              </a:rPr>
              <a:t>- PASO 5 · Resolver C: CREATE NONCLUSTERED INDEX IX_Pedido_Fecha ON dbo.Pedido (FechaPedido) INCLUDE (Total) WITH (DROP_EXISTING = ON); y repetir. El Key Lookup desaparece.</a:t>
            </a:r>
            <a:endParaRPr b="0" lang="es-ES" sz="2000" spc="-1" strike="noStrike">
              <a:latin typeface="Arial"/>
            </a:endParaRPr>
          </a:p>
          <a:p>
            <a:pPr marL="216000" indent="-215640">
              <a:lnSpc>
                <a:spcPct val="100000"/>
              </a:lnSpc>
              <a:tabLst>
                <a:tab algn="l" pos="0"/>
              </a:tabLst>
            </a:pPr>
            <a:r>
              <a:rPr b="0" lang="en-US" sz="2000" spc="-1" strike="noStrike">
                <a:latin typeface="Arial"/>
              </a:rPr>
              <a:t>- PASO 6 · Opcional: en el plan, clic derecho → Show Execution Plan XML y localizar CardinalityEstimationModelVersion y StatementOptmLevel; luego comparar con ALTER DATABASE SCOPED CONFIGURATION SET LEGACY_CARDINALITY_ESTIMATION = ON; (volver a OFF al terminar).</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B no hace Seek, comprobar que el índice IX_Pedido_Fecha existe (sys.indexes) y que se ha ejecutado en la base Ventas; si hay desviación de estimaciones, UPDATE STATISTICS dbo.Pedido WITH FULLSCAN y repetir.</a:t>
            </a:r>
            <a:endParaRPr b="0" lang="es-ES" sz="2000" spc="-1" strike="noStrike">
              <a:latin typeface="Arial"/>
            </a:endParaRPr>
          </a:p>
        </p:txBody>
      </p:sp>
      <p:sp>
        <p:nvSpPr>
          <p:cNvPr id="219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59CCEB6-0865-4943-8586-82DF21130C3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320" cy="3085200"/>
          </a:xfrm>
          <a:prstGeom prst="rect">
            <a:avLst/>
          </a:prstGeom>
        </p:spPr>
      </p:sp>
      <p:sp>
        <p:nvSpPr>
          <p:cNvPr id="220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5640">
              <a:lnSpc>
                <a:spcPct val="100000"/>
              </a:lnSpc>
              <a:tabLst>
                <a:tab algn="l" pos="0"/>
              </a:tabLst>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5640">
              <a:lnSpc>
                <a:spcPct val="100000"/>
              </a:lnSpc>
              <a:tabLst>
                <a:tab algn="l" pos="0"/>
              </a:tabLst>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5640">
              <a:lnSpc>
                <a:spcPct val="100000"/>
              </a:lnSpc>
              <a:tabLst>
                <a:tab algn="l" pos="0"/>
              </a:tabLst>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5640">
              <a:lnSpc>
                <a:spcPct val="100000"/>
              </a:lnSpc>
              <a:tabLst>
                <a:tab algn="l" pos="0"/>
              </a:tabLst>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5640">
              <a:lnSpc>
                <a:spcPct val="100000"/>
              </a:lnSpc>
              <a:tabLst>
                <a:tab algn="l" pos="0"/>
              </a:tabLst>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5640">
              <a:lnSpc>
                <a:spcPct val="100000"/>
              </a:lnSpc>
              <a:tabLst>
                <a:tab algn="l" pos="0"/>
              </a:tabLst>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5640">
              <a:lnSpc>
                <a:spcPct val="100000"/>
              </a:lnSpc>
              <a:tabLst>
                <a:tab algn="l" pos="0"/>
              </a:tabLst>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5640">
              <a:lnSpc>
                <a:spcPct val="100000"/>
              </a:lnSpc>
              <a:tabLst>
                <a:tab algn="l" pos="0"/>
              </a:tabLst>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5640">
              <a:lnSpc>
                <a:spcPct val="100000"/>
              </a:lnSpc>
              <a:tabLst>
                <a:tab algn="l" pos="0"/>
              </a:tabLst>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AE41F9A-2EBC-4BFA-9FD3-9A09FC84809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320" cy="3085200"/>
          </a:xfrm>
          <a:prstGeom prst="rect">
            <a:avLst/>
          </a:prstGeom>
        </p:spPr>
      </p:sp>
      <p:sp>
        <p:nvSpPr>
          <p:cNvPr id="220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5640">
              <a:lnSpc>
                <a:spcPct val="100000"/>
              </a:lnSpc>
              <a:tabLst>
                <a:tab algn="l" pos="0"/>
              </a:tabLst>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5640">
              <a:lnSpc>
                <a:spcPct val="100000"/>
              </a:lnSpc>
              <a:tabLst>
                <a:tab algn="l" pos="0"/>
              </a:tabLst>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5640">
              <a:lnSpc>
                <a:spcPct val="100000"/>
              </a:lnSpc>
              <a:tabLst>
                <a:tab algn="l" pos="0"/>
              </a:tabLst>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5640">
              <a:lnSpc>
                <a:spcPct val="100000"/>
              </a:lnSpc>
              <a:tabLst>
                <a:tab algn="l" pos="0"/>
              </a:tabLst>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2E1BB4C-00AB-4D73-98E6-7FA1174A431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320" cy="3085200"/>
          </a:xfrm>
          <a:prstGeom prst="rect">
            <a:avLst/>
          </a:prstGeom>
        </p:spPr>
      </p:sp>
      <p:sp>
        <p:nvSpPr>
          <p:cNvPr id="220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5640">
              <a:lnSpc>
                <a:spcPct val="100000"/>
              </a:lnSpc>
              <a:tabLst>
                <a:tab algn="l" pos="0"/>
              </a:tabLst>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5640">
              <a:lnSpc>
                <a:spcPct val="100000"/>
              </a:lnSpc>
              <a:tabLst>
                <a:tab algn="l" pos="0"/>
              </a:tabLst>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5640">
              <a:lnSpc>
                <a:spcPct val="100000"/>
              </a:lnSpc>
              <a:tabLst>
                <a:tab algn="l" pos="0"/>
              </a:tabLst>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5640">
              <a:lnSpc>
                <a:spcPct val="100000"/>
              </a:lnSpc>
              <a:tabLst>
                <a:tab algn="l" pos="0"/>
              </a:tabLst>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28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50B012-FBA0-47C5-BBDF-FC5EE65CF49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320" cy="3085200"/>
          </a:xfrm>
          <a:prstGeom prst="rect">
            <a:avLst/>
          </a:prstGeom>
        </p:spPr>
      </p:sp>
      <p:sp>
        <p:nvSpPr>
          <p:cNvPr id="221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5640">
              <a:lnSpc>
                <a:spcPct val="100000"/>
              </a:lnSpc>
              <a:tabLst>
                <a:tab algn="l" pos="0"/>
              </a:tabLst>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5640">
              <a:lnSpc>
                <a:spcPct val="100000"/>
              </a:lnSpc>
              <a:tabLst>
                <a:tab algn="l" pos="0"/>
              </a:tabLst>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5640">
              <a:lnSpc>
                <a:spcPct val="100000"/>
              </a:lnSpc>
              <a:tabLst>
                <a:tab algn="l" pos="0"/>
              </a:tabLst>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5640">
              <a:lnSpc>
                <a:spcPct val="100000"/>
              </a:lnSpc>
              <a:tabLst>
                <a:tab algn="l" pos="0"/>
              </a:tabLst>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5640">
              <a:lnSpc>
                <a:spcPct val="100000"/>
              </a:lnSpc>
              <a:tabLst>
                <a:tab algn="l" pos="0"/>
              </a:tabLst>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28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0CE249-CF51-4626-A3BA-F20E6D275E6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320" cy="3085200"/>
          </a:xfrm>
          <a:prstGeom prst="rect">
            <a:avLst/>
          </a:prstGeom>
        </p:spPr>
      </p:sp>
      <p:sp>
        <p:nvSpPr>
          <p:cNvPr id="221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5640">
              <a:lnSpc>
                <a:spcPct val="100000"/>
              </a:lnSpc>
              <a:tabLst>
                <a:tab algn="l" pos="0"/>
              </a:tabLst>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5640">
              <a:lnSpc>
                <a:spcPct val="100000"/>
              </a:lnSpc>
              <a:tabLst>
                <a:tab algn="l" pos="0"/>
              </a:tabLst>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5640">
              <a:lnSpc>
                <a:spcPct val="100000"/>
              </a:lnSpc>
              <a:tabLst>
                <a:tab algn="l" pos="0"/>
              </a:tabLst>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5640">
              <a:lnSpc>
                <a:spcPct val="100000"/>
              </a:lnSpc>
              <a:tabLst>
                <a:tab algn="l" pos="0"/>
              </a:tabLst>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5640">
              <a:lnSpc>
                <a:spcPct val="100000"/>
              </a:lnSpc>
              <a:tabLst>
                <a:tab algn="l" pos="0"/>
              </a:tabLst>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5640">
              <a:lnSpc>
                <a:spcPct val="100000"/>
              </a:lnSpc>
              <a:tabLst>
                <a:tab algn="l" pos="0"/>
              </a:tabLst>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28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1236E4-9FA3-45EA-8FA4-2186CAE6377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320" cy="3085200"/>
          </a:xfrm>
          <a:prstGeom prst="rect">
            <a:avLst/>
          </a:prstGeom>
        </p:spPr>
      </p:sp>
      <p:sp>
        <p:nvSpPr>
          <p:cNvPr id="221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5640">
              <a:lnSpc>
                <a:spcPct val="100000"/>
              </a:lnSpc>
              <a:tabLst>
                <a:tab algn="l" pos="0"/>
              </a:tabLst>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5640">
              <a:lnSpc>
                <a:spcPct val="100000"/>
              </a:lnSpc>
              <a:tabLst>
                <a:tab algn="l" pos="0"/>
              </a:tabLst>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5640">
              <a:lnSpc>
                <a:spcPct val="100000"/>
              </a:lnSpc>
              <a:tabLst>
                <a:tab algn="l" pos="0"/>
              </a:tabLst>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5640">
              <a:lnSpc>
                <a:spcPct val="100000"/>
              </a:lnSpc>
              <a:tabLst>
                <a:tab algn="l" pos="0"/>
              </a:tabLst>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5640">
              <a:lnSpc>
                <a:spcPct val="100000"/>
              </a:lnSpc>
              <a:tabLst>
                <a:tab algn="l" pos="0"/>
              </a:tabLst>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5640">
              <a:lnSpc>
                <a:spcPct val="100000"/>
              </a:lnSpc>
              <a:tabLst>
                <a:tab algn="l" pos="0"/>
              </a:tabLst>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5640">
              <a:lnSpc>
                <a:spcPct val="100000"/>
              </a:lnSpc>
              <a:tabLst>
                <a:tab algn="l" pos="0"/>
              </a:tabLst>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28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37D8BD7-ED00-4443-84DB-454949E2F9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320" cy="3085200"/>
          </a:xfrm>
          <a:prstGeom prst="rect">
            <a:avLst/>
          </a:prstGeom>
        </p:spPr>
      </p:sp>
      <p:sp>
        <p:nvSpPr>
          <p:cNvPr id="221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5640">
              <a:lnSpc>
                <a:spcPct val="100000"/>
              </a:lnSpc>
              <a:tabLst>
                <a:tab algn="l" pos="0"/>
              </a:tabLst>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5640">
              <a:lnSpc>
                <a:spcPct val="100000"/>
              </a:lnSpc>
              <a:tabLst>
                <a:tab algn="l" pos="0"/>
              </a:tabLst>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5640">
              <a:lnSpc>
                <a:spcPct val="100000"/>
              </a:lnSpc>
              <a:tabLst>
                <a:tab algn="l" pos="0"/>
              </a:tabLst>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5640">
              <a:lnSpc>
                <a:spcPct val="100000"/>
              </a:lnSpc>
              <a:tabLst>
                <a:tab algn="l" pos="0"/>
              </a:tabLst>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5640">
              <a:lnSpc>
                <a:spcPct val="100000"/>
              </a:lnSpc>
              <a:tabLst>
                <a:tab algn="l" pos="0"/>
              </a:tabLst>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28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2CCB45C-BF2A-4088-A336-BB1F19C862D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320" cy="3085200"/>
          </a:xfrm>
          <a:prstGeom prst="rect">
            <a:avLst/>
          </a:prstGeom>
        </p:spPr>
      </p:sp>
      <p:sp>
        <p:nvSpPr>
          <p:cNvPr id="222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5640">
              <a:lnSpc>
                <a:spcPct val="100000"/>
              </a:lnSpc>
              <a:tabLst>
                <a:tab algn="l" pos="0"/>
              </a:tabLst>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5640">
              <a:lnSpc>
                <a:spcPct val="100000"/>
              </a:lnSpc>
              <a:tabLst>
                <a:tab algn="l" pos="0"/>
              </a:tabLst>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5640">
              <a:lnSpc>
                <a:spcPct val="100000"/>
              </a:lnSpc>
              <a:tabLst>
                <a:tab algn="l" pos="0"/>
              </a:tabLst>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5640">
              <a:lnSpc>
                <a:spcPct val="100000"/>
              </a:lnSpc>
              <a:tabLst>
                <a:tab algn="l" pos="0"/>
              </a:tabLst>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5640">
              <a:lnSpc>
                <a:spcPct val="100000"/>
              </a:lnSpc>
              <a:tabLst>
                <a:tab algn="l" pos="0"/>
              </a:tabLst>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5640">
              <a:lnSpc>
                <a:spcPct val="100000"/>
              </a:lnSpc>
              <a:tabLst>
                <a:tab algn="l" pos="0"/>
              </a:tabLst>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5640">
              <a:lnSpc>
                <a:spcPct val="100000"/>
              </a:lnSpc>
              <a:tabLst>
                <a:tab algn="l" pos="0"/>
              </a:tabLst>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28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57391B1-214F-47A5-A5FD-0AB8161672A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320" cy="3085200"/>
          </a:xfrm>
          <a:prstGeom prst="rect">
            <a:avLst/>
          </a:prstGeom>
        </p:spPr>
      </p:sp>
      <p:sp>
        <p:nvSpPr>
          <p:cNvPr id="222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5640">
              <a:lnSpc>
                <a:spcPct val="100000"/>
              </a:lnSpc>
              <a:tabLst>
                <a:tab algn="l" pos="0"/>
              </a:tabLst>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5640">
              <a:lnSpc>
                <a:spcPct val="100000"/>
              </a:lnSpc>
              <a:tabLst>
                <a:tab algn="l" pos="0"/>
              </a:tabLst>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5640">
              <a:lnSpc>
                <a:spcPct val="100000"/>
              </a:lnSpc>
              <a:tabLst>
                <a:tab algn="l" pos="0"/>
              </a:tabLst>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5640">
              <a:lnSpc>
                <a:spcPct val="100000"/>
              </a:lnSpc>
              <a:tabLst>
                <a:tab algn="l" pos="0"/>
              </a:tabLst>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5640">
              <a:lnSpc>
                <a:spcPct val="100000"/>
              </a:lnSpc>
              <a:tabLst>
                <a:tab algn="l" pos="0"/>
              </a:tabLst>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backup WITH CHECKSUM no sustituye a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28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DBE2612-4AA4-46D0-869B-357F29423C8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320" cy="3085200"/>
          </a:xfrm>
          <a:prstGeom prst="rect">
            <a:avLst/>
          </a:prstGeom>
        </p:spPr>
      </p:sp>
      <p:sp>
        <p:nvSpPr>
          <p:cNvPr id="222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5640">
              <a:lnSpc>
                <a:spcPct val="100000"/>
              </a:lnSpc>
              <a:tabLst>
                <a:tab algn="l" pos="0"/>
              </a:tabLst>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5640">
              <a:lnSpc>
                <a:spcPct val="100000"/>
              </a:lnSpc>
              <a:tabLst>
                <a:tab algn="l" pos="0"/>
              </a:tabLst>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5640">
              <a:lnSpc>
                <a:spcPct val="100000"/>
              </a:lnSpc>
              <a:tabLst>
                <a:tab algn="l" pos="0"/>
              </a:tabLst>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5640">
              <a:lnSpc>
                <a:spcPct val="100000"/>
              </a:lnSpc>
              <a:tabLst>
                <a:tab algn="l" pos="0"/>
              </a:tabLst>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5640">
              <a:lnSpc>
                <a:spcPct val="100000"/>
              </a:lnSpc>
              <a:tabLst>
                <a:tab algn="l" pos="0"/>
              </a:tabLst>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28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13A7F43-F142-44EA-98BB-788A0E3BE7D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320" cy="3085200"/>
          </a:xfrm>
          <a:prstGeom prst="rect">
            <a:avLst/>
          </a:prstGeom>
        </p:spPr>
      </p:sp>
      <p:sp>
        <p:nvSpPr>
          <p:cNvPr id="223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5640">
              <a:lnSpc>
                <a:spcPct val="100000"/>
              </a:lnSpc>
              <a:tabLst>
                <a:tab algn="l" pos="0"/>
              </a:tabLst>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5640">
              <a:lnSpc>
                <a:spcPct val="100000"/>
              </a:lnSpc>
              <a:tabLst>
                <a:tab algn="l" pos="0"/>
              </a:tabLst>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5640">
              <a:lnSpc>
                <a:spcPct val="100000"/>
              </a:lnSpc>
              <a:tabLst>
                <a:tab algn="l" pos="0"/>
              </a:tabLst>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5640">
              <a:lnSpc>
                <a:spcPct val="100000"/>
              </a:lnSpc>
              <a:tabLst>
                <a:tab algn="l" pos="0"/>
              </a:tabLst>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5640">
              <a:lnSpc>
                <a:spcPct val="100000"/>
              </a:lnSpc>
              <a:tabLst>
                <a:tab algn="l" pos="0"/>
              </a:tabLst>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5640">
              <a:lnSpc>
                <a:spcPct val="100000"/>
              </a:lnSpc>
              <a:tabLst>
                <a:tab algn="l" pos="0"/>
              </a:tabLst>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28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D149B6E-BAED-4AAE-918B-6396ECC1220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320" cy="3085200"/>
          </a:xfrm>
          <a:prstGeom prst="rect">
            <a:avLst/>
          </a:prstGeom>
        </p:spPr>
      </p:sp>
      <p:sp>
        <p:nvSpPr>
          <p:cNvPr id="223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5640">
              <a:lnSpc>
                <a:spcPct val="100000"/>
              </a:lnSpc>
              <a:tabLst>
                <a:tab algn="l" pos="0"/>
              </a:tabLst>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5640">
              <a:lnSpc>
                <a:spcPct val="100000"/>
              </a:lnSpc>
              <a:tabLst>
                <a:tab algn="l" pos="0"/>
              </a:tabLst>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5640">
              <a:lnSpc>
                <a:spcPct val="100000"/>
              </a:lnSpc>
              <a:tabLst>
                <a:tab algn="l" pos="0"/>
              </a:tabLst>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5640">
              <a:lnSpc>
                <a:spcPct val="100000"/>
              </a:lnSpc>
              <a:tabLst>
                <a:tab algn="l" pos="0"/>
              </a:tabLst>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5640">
              <a:lnSpc>
                <a:spcPct val="100000"/>
              </a:lnSpc>
              <a:tabLst>
                <a:tab algn="l" pos="0"/>
              </a:tabLst>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5640">
              <a:lnSpc>
                <a:spcPct val="100000"/>
              </a:lnSpc>
              <a:tabLst>
                <a:tab algn="l" pos="0"/>
              </a:tabLst>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28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6044153-6F55-40D3-BC97-74844676266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320" cy="3085200"/>
          </a:xfrm>
          <a:prstGeom prst="rect">
            <a:avLst/>
          </a:prstGeom>
        </p:spPr>
      </p:sp>
      <p:sp>
        <p:nvSpPr>
          <p:cNvPr id="223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5640">
              <a:lnSpc>
                <a:spcPct val="100000"/>
              </a:lnSpc>
              <a:tabLst>
                <a:tab algn="l" pos="0"/>
              </a:tabLst>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5640">
              <a:lnSpc>
                <a:spcPct val="100000"/>
              </a:lnSpc>
              <a:tabLst>
                <a:tab algn="l" pos="0"/>
              </a:tabLst>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5640">
              <a:lnSpc>
                <a:spcPct val="100000"/>
              </a:lnSpc>
              <a:tabLst>
                <a:tab algn="l" pos="0"/>
              </a:tabLst>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5640">
              <a:lnSpc>
                <a:spcPct val="100000"/>
              </a:lnSpc>
              <a:tabLst>
                <a:tab algn="l" pos="0"/>
              </a:tabLst>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28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4E3786C-4F2E-47BE-AA8E-A4918C54FFE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320" cy="3085200"/>
          </a:xfrm>
          <a:prstGeom prst="rect">
            <a:avLst/>
          </a:prstGeom>
        </p:spPr>
      </p:sp>
      <p:sp>
        <p:nvSpPr>
          <p:cNvPr id="2240"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5640">
              <a:lnSpc>
                <a:spcPct val="100000"/>
              </a:lnSpc>
              <a:tabLst>
                <a:tab algn="l" pos="0"/>
              </a:tabLst>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5640">
              <a:lnSpc>
                <a:spcPct val="100000"/>
              </a:lnSpc>
              <a:tabLst>
                <a:tab algn="l" pos="0"/>
              </a:tabLst>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5640">
              <a:lnSpc>
                <a:spcPct val="100000"/>
              </a:lnSpc>
              <a:tabLst>
                <a:tab algn="l" pos="0"/>
              </a:tabLst>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5640">
              <a:lnSpc>
                <a:spcPct val="100000"/>
              </a:lnSpc>
              <a:tabLst>
                <a:tab algn="l" pos="0"/>
              </a:tabLst>
            </a:pPr>
            <a:r>
              <a:rPr b="0" lang="en-US" sz="2000" spc="-1" strike="noStrike">
                <a:latin typeface="Arial"/>
              </a:rPr>
              <a:t>- ¿Qué gana y qué pierde Ventas al activar RCSI? ¿Quién paga el coste?</a:t>
            </a:r>
            <a:endParaRPr b="0" lang="es-ES" sz="2000" spc="-1" strike="noStrike">
              <a:latin typeface="Arial"/>
            </a:endParaRPr>
          </a:p>
          <a:p>
            <a:pPr marL="216000" indent="-21528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4223FB6-0A7B-43B5-9CD4-68A10F86110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320" cy="3085200"/>
          </a:xfrm>
          <a:prstGeom prst="rect">
            <a:avLst/>
          </a:prstGeom>
        </p:spPr>
      </p:sp>
      <p:sp>
        <p:nvSpPr>
          <p:cNvPr id="2243"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5640">
              <a:lnSpc>
                <a:spcPct val="100000"/>
              </a:lnSpc>
              <a:tabLst>
                <a:tab algn="l" pos="0"/>
              </a:tabLst>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5640">
              <a:lnSpc>
                <a:spcPct val="100000"/>
              </a:lnSpc>
              <a:tabLst>
                <a:tab algn="l" pos="0"/>
              </a:tabLst>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5640">
              <a:lnSpc>
                <a:spcPct val="100000"/>
              </a:lnSpc>
              <a:tabLst>
                <a:tab algn="l" pos="0"/>
              </a:tabLst>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5640">
              <a:lnSpc>
                <a:spcPct val="100000"/>
              </a:lnSpc>
              <a:tabLst>
                <a:tab algn="l" pos="0"/>
              </a:tabLst>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28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ECFE720-9A3F-4E21-A6AD-7AA06CE5682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320" cy="3085200"/>
          </a:xfrm>
          <a:prstGeom prst="rect">
            <a:avLst/>
          </a:prstGeom>
        </p:spPr>
      </p:sp>
      <p:sp>
        <p:nvSpPr>
          <p:cNvPr id="2246"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5640">
              <a:lnSpc>
                <a:spcPct val="100000"/>
              </a:lnSpc>
              <a:tabLst>
                <a:tab algn="l" pos="0"/>
              </a:tabLst>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5640">
              <a:lnSpc>
                <a:spcPct val="100000"/>
              </a:lnSpc>
              <a:tabLst>
                <a:tab algn="l" pos="0"/>
              </a:tabLst>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5640">
              <a:lnSpc>
                <a:spcPct val="100000"/>
              </a:lnSpc>
              <a:tabLst>
                <a:tab algn="l" pos="0"/>
              </a:tabLst>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5640">
              <a:lnSpc>
                <a:spcPct val="100000"/>
              </a:lnSpc>
              <a:tabLst>
                <a:tab algn="l" pos="0"/>
              </a:tabLst>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28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F321D99-D277-4C70-91D1-FFB1585A14A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320" cy="3085200"/>
          </a:xfrm>
          <a:prstGeom prst="rect">
            <a:avLst/>
          </a:prstGeom>
        </p:spPr>
      </p:sp>
      <p:sp>
        <p:nvSpPr>
          <p:cNvPr id="2249"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5640">
              <a:lnSpc>
                <a:spcPct val="100000"/>
              </a:lnSpc>
              <a:tabLst>
                <a:tab algn="l" pos="0"/>
              </a:tabLst>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5640">
              <a:lnSpc>
                <a:spcPct val="100000"/>
              </a:lnSpc>
              <a:tabLst>
                <a:tab algn="l" pos="0"/>
              </a:tabLst>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5640">
              <a:lnSpc>
                <a:spcPct val="100000"/>
              </a:lnSpc>
              <a:tabLst>
                <a:tab algn="l" pos="0"/>
              </a:tabLst>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5640">
              <a:lnSpc>
                <a:spcPct val="100000"/>
              </a:lnSpc>
              <a:tabLst>
                <a:tab algn="l" pos="0"/>
              </a:tabLst>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28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723346-6C53-49F4-AA6F-83BB7CE374F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320" cy="3085200"/>
          </a:xfrm>
          <a:prstGeom prst="rect">
            <a:avLst/>
          </a:prstGeom>
        </p:spPr>
      </p:sp>
      <p:sp>
        <p:nvSpPr>
          <p:cNvPr id="2252"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5640">
              <a:lnSpc>
                <a:spcPct val="100000"/>
              </a:lnSpc>
              <a:tabLst>
                <a:tab algn="l" pos="0"/>
              </a:tabLst>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5640">
              <a:lnSpc>
                <a:spcPct val="100000"/>
              </a:lnSpc>
              <a:tabLst>
                <a:tab algn="l" pos="0"/>
              </a:tabLst>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5640">
              <a:lnSpc>
                <a:spcPct val="100000"/>
              </a:lnSpc>
              <a:tabLst>
                <a:tab algn="l" pos="0"/>
              </a:tabLst>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5640">
              <a:lnSpc>
                <a:spcPct val="100000"/>
              </a:lnSpc>
              <a:tabLst>
                <a:tab algn="l" pos="0"/>
              </a:tabLst>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5640">
              <a:lnSpc>
                <a:spcPct val="100000"/>
              </a:lnSpc>
              <a:tabLst>
                <a:tab algn="l" pos="0"/>
              </a:tabLst>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se lanza BACKUP LOG antes del primer Full?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contiene el diferencial respecto del log backup anterior?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5640">
              <a:lnSpc>
                <a:spcPct val="100000"/>
              </a:lnSpc>
              <a:tabLst>
                <a:tab algn="l" pos="0"/>
              </a:tabLst>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5640">
              <a:lnSpc>
                <a:spcPct val="100000"/>
              </a:lnSpc>
              <a:tabLst>
                <a:tab algn="l" pos="0"/>
              </a:tabLst>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5640">
              <a:lnSpc>
                <a:spcPct val="100000"/>
              </a:lnSpc>
              <a:tabLst>
                <a:tab algn="l" pos="0"/>
              </a:tabLst>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BFDFE41-5152-40F8-9E98-E2CD78AC81D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320" cy="3085200"/>
          </a:xfrm>
          <a:prstGeom prst="rect">
            <a:avLst/>
          </a:prstGeom>
        </p:spPr>
      </p:sp>
      <p:sp>
        <p:nvSpPr>
          <p:cNvPr id="2255"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5640">
              <a:lnSpc>
                <a:spcPct val="100000"/>
              </a:lnSpc>
              <a:tabLst>
                <a:tab algn="l" pos="0"/>
              </a:tabLst>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5640">
              <a:lnSpc>
                <a:spcPct val="100000"/>
              </a:lnSpc>
              <a:tabLst>
                <a:tab algn="l" pos="0"/>
              </a:tabLst>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5640">
              <a:lnSpc>
                <a:spcPct val="100000"/>
              </a:lnSpc>
              <a:tabLst>
                <a:tab algn="l" pos="0"/>
              </a:tabLst>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5640">
              <a:lnSpc>
                <a:spcPct val="100000"/>
              </a:lnSpc>
              <a:tabLst>
                <a:tab algn="l" pos="0"/>
              </a:tabLst>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hay que hacer el tail-log ANTES de empezar a restaurar?</a:t>
            </a:r>
            <a:endParaRPr b="0" lang="es-ES" sz="2000" spc="-1" strike="noStrike">
              <a:latin typeface="Arial"/>
            </a:endParaRPr>
          </a:p>
          <a:p>
            <a:pPr marL="216000" indent="-215640">
              <a:lnSpc>
                <a:spcPct val="100000"/>
              </a:lnSpc>
              <a:tabLst>
                <a:tab algn="l" pos="0"/>
              </a:tabLst>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5640">
              <a:lnSpc>
                <a:spcPct val="100000"/>
              </a:lnSpc>
              <a:tabLst>
                <a:tab algn="l" pos="0"/>
              </a:tabLst>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5640">
              <a:lnSpc>
                <a:spcPct val="100000"/>
              </a:lnSpc>
              <a:tabLst>
                <a:tab algn="l" pos="0"/>
              </a:tabLst>
            </a:pPr>
            <a:r>
              <a:rPr b="0" lang="en-US" sz="2000" spc="-1" strike="noStrike">
                <a:latin typeface="Arial"/>
              </a:rPr>
              <a:t>- Paso 3: ejecutar el «accidente»: DELETE FROM dbo.Pedido; y comprobar COUNT(*) = 0.</a:t>
            </a:r>
            <a:endParaRPr b="0" lang="es-ES" sz="2000" spc="-1" strike="noStrike">
              <a:latin typeface="Arial"/>
            </a:endParaRPr>
          </a:p>
          <a:p>
            <a:pPr marL="216000" indent="-215640">
              <a:lnSpc>
                <a:spcPct val="100000"/>
              </a:lnSpc>
              <a:tabLst>
                <a:tab algn="l" pos="0"/>
              </a:tabLst>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AAB0444-B8BF-46BC-A0C9-55FCA784633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320" cy="3085200"/>
          </a:xfrm>
          <a:prstGeom prst="rect">
            <a:avLst/>
          </a:prstGeom>
        </p:spPr>
      </p:sp>
      <p:sp>
        <p:nvSpPr>
          <p:cNvPr id="2258"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5640">
              <a:lnSpc>
                <a:spcPct val="100000"/>
              </a:lnSpc>
              <a:tabLst>
                <a:tab algn="l" pos="0"/>
              </a:tabLst>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5640">
              <a:lnSpc>
                <a:spcPct val="100000"/>
              </a:lnSpc>
              <a:tabLst>
                <a:tab algn="l" pos="0"/>
              </a:tabLst>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5640">
              <a:lnSpc>
                <a:spcPct val="100000"/>
              </a:lnSpc>
              <a:tabLst>
                <a:tab algn="l" pos="0"/>
              </a:tabLst>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5640">
              <a:lnSpc>
                <a:spcPct val="100000"/>
              </a:lnSpc>
              <a:tabLst>
                <a:tab algn="l" pos="0"/>
              </a:tabLst>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COUNT(*) es menor que el baseline, ¿qué hipótesis comprobarías primero?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5640">
              <a:lnSpc>
                <a:spcPct val="100000"/>
              </a:lnSpc>
              <a:tabLst>
                <a:tab algn="l" pos="0"/>
              </a:tabLst>
            </a:pPr>
            <a:r>
              <a:rPr b="0" lang="en-US" sz="2000" spc="-1" strike="noStrike">
                <a:latin typeface="Arial"/>
              </a:rPr>
              <a:t>- Paso 2: RESTORE DATABASE Ventas FROM DISK = Ventas_L4_DIFF.bak WITH NORECOVERY.</a:t>
            </a:r>
            <a:endParaRPr b="0" lang="es-ES" sz="2000" spc="-1" strike="noStrike">
              <a:latin typeface="Arial"/>
            </a:endParaRPr>
          </a:p>
          <a:p>
            <a:pPr marL="216000" indent="-215640">
              <a:lnSpc>
                <a:spcPct val="100000"/>
              </a:lnSpc>
              <a:tabLst>
                <a:tab algn="l" pos="0"/>
              </a:tabLst>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5640">
              <a:lnSpc>
                <a:spcPct val="100000"/>
              </a:lnSpc>
              <a:tabLst>
                <a:tab algn="l" pos="0"/>
              </a:tabLst>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5640">
              <a:lnSpc>
                <a:spcPct val="100000"/>
              </a:lnSpc>
              <a:tabLst>
                <a:tab algn="l" pos="0"/>
              </a:tabLst>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80312B2-5063-4097-94DF-825B2A43191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320" cy="3085200"/>
          </a:xfrm>
          <a:prstGeom prst="rect">
            <a:avLst/>
          </a:prstGeom>
        </p:spPr>
      </p:sp>
      <p:sp>
        <p:nvSpPr>
          <p:cNvPr id="2261"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5640">
              <a:lnSpc>
                <a:spcPct val="100000"/>
              </a:lnSpc>
              <a:tabLst>
                <a:tab algn="l" pos="0"/>
              </a:tabLst>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5640">
              <a:lnSpc>
                <a:spcPct val="100000"/>
              </a:lnSpc>
              <a:tabLst>
                <a:tab algn="l" pos="0"/>
              </a:tabLst>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5640">
              <a:lnSpc>
                <a:spcPct val="100000"/>
              </a:lnSpc>
              <a:tabLst>
                <a:tab algn="l" pos="0"/>
              </a:tabLst>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5640">
              <a:lnSpc>
                <a:spcPct val="100000"/>
              </a:lnSpc>
              <a:tabLst>
                <a:tab algn="l" pos="0"/>
              </a:tabLst>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5640">
              <a:lnSpc>
                <a:spcPct val="100000"/>
              </a:lnSpc>
              <a:tabLst>
                <a:tab algn="l" pos="0"/>
              </a:tabLst>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5640">
              <a:lnSpc>
                <a:spcPct val="100000"/>
              </a:lnSpc>
              <a:tabLst>
                <a:tab algn="l" pos="0"/>
              </a:tabLst>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5640">
              <a:lnSpc>
                <a:spcPct val="100000"/>
              </a:lnSpc>
              <a:tabLst>
                <a:tab algn="l" pos="0"/>
              </a:tabLst>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5640">
              <a:lnSpc>
                <a:spcPct val="100000"/>
              </a:lnSpc>
              <a:tabLst>
                <a:tab algn="l" pos="0"/>
              </a:tabLst>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28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0BBFB6B-EB55-4B69-A2D9-20AC49F7A93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320" cy="3085200"/>
          </a:xfrm>
          <a:prstGeom prst="rect">
            <a:avLst/>
          </a:prstGeom>
        </p:spPr>
      </p:sp>
      <p:sp>
        <p:nvSpPr>
          <p:cNvPr id="2264"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5640">
              <a:lnSpc>
                <a:spcPct val="100000"/>
              </a:lnSpc>
              <a:tabLst>
                <a:tab algn="l" pos="0"/>
              </a:tabLst>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5640">
              <a:lnSpc>
                <a:spcPct val="100000"/>
              </a:lnSpc>
              <a:tabLst>
                <a:tab algn="l" pos="0"/>
              </a:tabLst>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5640">
              <a:lnSpc>
                <a:spcPct val="100000"/>
              </a:lnSpc>
              <a:tabLst>
                <a:tab algn="l" pos="0"/>
              </a:tabLst>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5640">
              <a:lnSpc>
                <a:spcPct val="100000"/>
              </a:lnSpc>
              <a:tabLst>
                <a:tab algn="l" pos="0"/>
              </a:tabLst>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5640">
              <a:lnSpc>
                <a:spcPct val="100000"/>
              </a:lnSpc>
              <a:tabLst>
                <a:tab algn="l" pos="0"/>
              </a:tabLst>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28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68AD7BB-D059-40E8-ABDA-A3E62FC8ECB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320" cy="3085200"/>
          </a:xfrm>
          <a:prstGeom prst="rect">
            <a:avLst/>
          </a:prstGeom>
        </p:spPr>
      </p:sp>
      <p:sp>
        <p:nvSpPr>
          <p:cNvPr id="2267" name="PlaceHolder 2"/>
          <p:cNvSpPr>
            <a:spLocks noGrp="1"/>
          </p:cNvSpPr>
          <p:nvPr>
            <p:ph type="body"/>
          </p:nvPr>
        </p:nvSpPr>
        <p:spPr>
          <a:xfrm>
            <a:off x="685800" y="4400640"/>
            <a:ext cx="5485320" cy="3599280"/>
          </a:xfrm>
          <a:prstGeom prst="rect">
            <a:avLst/>
          </a:prstGeom>
        </p:spPr>
        <p:txBody>
          <a:bodyPr lIns="0" rIns="0" tIns="0" bIns="0">
            <a:noAutofit/>
          </a:bodyPr>
          <a:p>
            <a:pPr marL="216000" indent="-215640">
              <a:lnSpc>
                <a:spcPct val="100000"/>
              </a:lnSpc>
              <a:tabLst>
                <a:tab algn="l" pos="0"/>
              </a:tabLst>
            </a:pPr>
            <a:r>
              <a:rPr b="0" lang="en-US" sz="2000" spc="-1" strike="noStrike">
                <a:latin typeface="Arial"/>
              </a:rPr>
              <a:t>Objetivo Pedagógico:</a:t>
            </a:r>
            <a:endParaRPr b="0" lang="es-ES" sz="2000" spc="-1" strike="noStrike">
              <a:latin typeface="Arial"/>
            </a:endParaRPr>
          </a:p>
          <a:p>
            <a:pPr marL="216000" indent="-215640">
              <a:lnSpc>
                <a:spcPct val="100000"/>
              </a:lnSpc>
              <a:tabLst>
                <a:tab algn="l" pos="0"/>
              </a:tabLst>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Guion y Explicación Técnica:</a:t>
            </a:r>
            <a:endParaRPr b="0" lang="es-ES" sz="2000" spc="-1" strike="noStrike">
              <a:latin typeface="Arial"/>
            </a:endParaRPr>
          </a:p>
          <a:p>
            <a:pPr marL="216000" indent="-215640">
              <a:lnSpc>
                <a:spcPct val="100000"/>
              </a:lnSpc>
              <a:tabLst>
                <a:tab algn="l" pos="0"/>
              </a:tabLst>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5640">
              <a:lnSpc>
                <a:spcPct val="100000"/>
              </a:lnSpc>
              <a:tabLst>
                <a:tab algn="l" pos="0"/>
              </a:tabLst>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5640">
              <a:lnSpc>
                <a:spcPct val="100000"/>
              </a:lnSpc>
              <a:tabLst>
                <a:tab algn="l" pos="0"/>
              </a:tabLst>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5640">
              <a:lnSpc>
                <a:spcPct val="100000"/>
              </a:lnSpc>
              <a:tabLst>
                <a:tab algn="l" pos="0"/>
              </a:tabLst>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5640">
              <a:lnSpc>
                <a:spcPct val="100000"/>
              </a:lnSpc>
              <a:tabLst>
                <a:tab algn="l" pos="0"/>
              </a:tabLst>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5640">
              <a:lnSpc>
                <a:spcPct val="100000"/>
              </a:lnSpc>
              <a:tabLst>
                <a:tab algn="l" pos="0"/>
              </a:tabLst>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5640">
              <a:lnSpc>
                <a:spcPct val="100000"/>
              </a:lnSpc>
              <a:tabLst>
                <a:tab algn="l" pos="0"/>
              </a:tabLst>
            </a:pPr>
            <a:endParaRPr b="0" lang="es-ES" sz="2000" spc="-1" strike="noStrike">
              <a:latin typeface="Arial"/>
            </a:endParaRPr>
          </a:p>
          <a:p>
            <a:pPr marL="216000" indent="-215640">
              <a:lnSpc>
                <a:spcPct val="100000"/>
              </a:lnSpc>
              <a:tabLst>
                <a:tab algn="l" pos="0"/>
              </a:tabLst>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28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0720" cy="45756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293C445-70C7-48E4-A564-F76417E1661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editar el formato del 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3800" cy="475380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080" cy="356508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040" cy="210204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480" cy="1050480"/>
          </a:xfrm>
          <a:prstGeom prst="rect">
            <a:avLst/>
          </a:prstGeom>
          <a:ln>
            <a:noFill/>
          </a:ln>
        </p:spPr>
      </p:pic>
      <p:sp>
        <p:nvSpPr>
          <p:cNvPr id="48" name="CustomShape 4"/>
          <p:cNvSpPr/>
          <p:nvPr/>
        </p:nvSpPr>
        <p:spPr>
          <a:xfrm>
            <a:off x="7498080" y="1143000"/>
            <a:ext cx="639000" cy="63900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8960" cy="318960"/>
          </a:xfrm>
          <a:prstGeom prst="rect">
            <a:avLst/>
          </a:prstGeom>
          <a:ln>
            <a:noFill/>
          </a:ln>
        </p:spPr>
      </p:pic>
      <p:sp>
        <p:nvSpPr>
          <p:cNvPr id="50" name="CustomShape 5"/>
          <p:cNvSpPr/>
          <p:nvPr/>
        </p:nvSpPr>
        <p:spPr>
          <a:xfrm>
            <a:off x="10972800" y="1417320"/>
            <a:ext cx="639000" cy="63900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8960" cy="318960"/>
          </a:xfrm>
          <a:prstGeom prst="rect">
            <a:avLst/>
          </a:prstGeom>
          <a:ln>
            <a:noFill/>
          </a:ln>
        </p:spPr>
      </p:pic>
      <p:sp>
        <p:nvSpPr>
          <p:cNvPr id="52" name="CustomShape 6"/>
          <p:cNvSpPr/>
          <p:nvPr/>
        </p:nvSpPr>
        <p:spPr>
          <a:xfrm>
            <a:off x="7818120" y="4709160"/>
            <a:ext cx="639000" cy="63900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8960" cy="318960"/>
          </a:xfrm>
          <a:prstGeom prst="rect">
            <a:avLst/>
          </a:prstGeom>
          <a:ln>
            <a:noFill/>
          </a:ln>
        </p:spPr>
      </p:pic>
      <p:sp>
        <p:nvSpPr>
          <p:cNvPr id="54" name="CustomShape 7"/>
          <p:cNvSpPr/>
          <p:nvPr/>
        </p:nvSpPr>
        <p:spPr>
          <a:xfrm>
            <a:off x="10835640" y="4617720"/>
            <a:ext cx="639000" cy="63900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8960" cy="318960"/>
          </a:xfrm>
          <a:prstGeom prst="rect">
            <a:avLst/>
          </a:prstGeom>
          <a:ln>
            <a:noFill/>
          </a:ln>
        </p:spPr>
      </p:pic>
      <p:sp>
        <p:nvSpPr>
          <p:cNvPr id="56" name="CustomShape 8"/>
          <p:cNvSpPr/>
          <p:nvPr/>
        </p:nvSpPr>
        <p:spPr>
          <a:xfrm>
            <a:off x="731520" y="1463040"/>
            <a:ext cx="292500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399720" cy="2010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6840" cy="913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080" cy="173628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080" cy="173628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320" cy="8676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320" cy="693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000" cy="255924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560" cy="54756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240" cy="273240"/>
          </a:xfrm>
          <a:prstGeom prst="rect">
            <a:avLst/>
          </a:prstGeom>
          <a:ln>
            <a:noFill/>
          </a:ln>
        </p:spPr>
      </p:pic>
      <p:sp>
        <p:nvSpPr>
          <p:cNvPr id="83" name="CustomShape 22"/>
          <p:cNvSpPr/>
          <p:nvPr/>
        </p:nvSpPr>
        <p:spPr>
          <a:xfrm>
            <a:off x="1463040" y="384048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1800" cy="137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000" cy="255924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560" cy="54756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240" cy="273240"/>
          </a:xfrm>
          <a:prstGeom prst="rect">
            <a:avLst/>
          </a:prstGeom>
          <a:ln>
            <a:noFill/>
          </a:ln>
        </p:spPr>
      </p:pic>
      <p:sp>
        <p:nvSpPr>
          <p:cNvPr id="88" name="CustomShape 26"/>
          <p:cNvSpPr/>
          <p:nvPr/>
        </p:nvSpPr>
        <p:spPr>
          <a:xfrm>
            <a:off x="7147440" y="384048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1800" cy="137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240" cy="273240"/>
          </a:xfrm>
          <a:prstGeom prst="rect">
            <a:avLst/>
          </a:prstGeom>
          <a:ln>
            <a:noFill/>
          </a:ln>
        </p:spPr>
      </p:pic>
      <p:sp>
        <p:nvSpPr>
          <p:cNvPr id="97"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240" cy="273240"/>
          </a:xfrm>
          <a:prstGeom prst="rect">
            <a:avLst/>
          </a:prstGeom>
          <a:ln>
            <a:noFill/>
          </a:ln>
        </p:spPr>
      </p:pic>
      <p:sp>
        <p:nvSpPr>
          <p:cNvPr id="102"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32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240" cy="273240"/>
          </a:xfrm>
          <a:prstGeom prst="rect">
            <a:avLst/>
          </a:prstGeom>
          <a:ln>
            <a:noFill/>
          </a:ln>
        </p:spPr>
      </p:pic>
      <p:sp>
        <p:nvSpPr>
          <p:cNvPr id="107"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12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400" cy="91332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120" cy="45612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520" cy="227520"/>
          </a:xfrm>
          <a:prstGeom prst="rect">
            <a:avLst/>
          </a:prstGeom>
          <a:ln>
            <a:noFill/>
          </a:ln>
        </p:spPr>
      </p:pic>
      <p:sp>
        <p:nvSpPr>
          <p:cNvPr id="112" name="CustomShape 19"/>
          <p:cNvSpPr/>
          <p:nvPr/>
        </p:nvSpPr>
        <p:spPr>
          <a:xfrm>
            <a:off x="1371600" y="4572000"/>
            <a:ext cx="1008756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400" cy="91332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520" cy="227520"/>
          </a:xfrm>
          <a:prstGeom prst="rect">
            <a:avLst/>
          </a:prstGeom>
          <a:ln>
            <a:noFill/>
          </a:ln>
        </p:spPr>
      </p:pic>
      <p:sp>
        <p:nvSpPr>
          <p:cNvPr id="116" name="CustomShape 22"/>
          <p:cNvSpPr/>
          <p:nvPr/>
        </p:nvSpPr>
        <p:spPr>
          <a:xfrm>
            <a:off x="1371600" y="5212080"/>
            <a:ext cx="1008756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000" cy="63900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8960" cy="318960"/>
          </a:xfrm>
          <a:prstGeom prst="rect">
            <a:avLst/>
          </a:prstGeom>
          <a:ln>
            <a:noFill/>
          </a:ln>
        </p:spPr>
      </p:pic>
      <p:sp>
        <p:nvSpPr>
          <p:cNvPr id="124" name="CustomShape 7"/>
          <p:cNvSpPr/>
          <p:nvPr/>
        </p:nvSpPr>
        <p:spPr>
          <a:xfrm>
            <a:off x="1645920" y="16916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000" cy="63900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8960" cy="318960"/>
          </a:xfrm>
          <a:prstGeom prst="rect">
            <a:avLst/>
          </a:prstGeom>
          <a:ln>
            <a:noFill/>
          </a:ln>
        </p:spPr>
      </p:pic>
      <p:sp>
        <p:nvSpPr>
          <p:cNvPr id="128" name="CustomShape 10"/>
          <p:cNvSpPr/>
          <p:nvPr/>
        </p:nvSpPr>
        <p:spPr>
          <a:xfrm>
            <a:off x="1645920" y="32918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388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000" cy="63900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8960" cy="318960"/>
          </a:xfrm>
          <a:prstGeom prst="rect">
            <a:avLst/>
          </a:prstGeom>
          <a:ln>
            <a:noFill/>
          </a:ln>
        </p:spPr>
      </p:pic>
      <p:sp>
        <p:nvSpPr>
          <p:cNvPr id="132" name="CustomShape 13"/>
          <p:cNvSpPr/>
          <p:nvPr/>
        </p:nvSpPr>
        <p:spPr>
          <a:xfrm>
            <a:off x="1645920" y="4892040"/>
            <a:ext cx="4068000" cy="118764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29800" cy="310788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040" cy="2650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29800" cy="118764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120" cy="45612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520" cy="227520"/>
          </a:xfrm>
          <a:prstGeom prst="rect">
            <a:avLst/>
          </a:prstGeom>
          <a:ln>
            <a:noFill/>
          </a:ln>
        </p:spPr>
      </p:pic>
      <p:sp>
        <p:nvSpPr>
          <p:cNvPr id="139" name="CustomShape 19"/>
          <p:cNvSpPr/>
          <p:nvPr/>
        </p:nvSpPr>
        <p:spPr>
          <a:xfrm>
            <a:off x="7132320" y="4983480"/>
            <a:ext cx="432396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520" cy="227520"/>
          </a:xfrm>
          <a:prstGeom prst="rect">
            <a:avLst/>
          </a:prstGeom>
          <a:ln>
            <a:noFill/>
          </a:ln>
        </p:spPr>
      </p:pic>
      <p:sp>
        <p:nvSpPr>
          <p:cNvPr id="147"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520" cy="227520"/>
          </a:xfrm>
          <a:prstGeom prst="rect">
            <a:avLst/>
          </a:prstGeom>
          <a:ln>
            <a:noFill/>
          </a:ln>
        </p:spPr>
      </p:pic>
      <p:sp>
        <p:nvSpPr>
          <p:cNvPr id="151"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520" cy="227520"/>
          </a:xfrm>
          <a:prstGeom prst="rect">
            <a:avLst/>
          </a:prstGeom>
          <a:ln>
            <a:noFill/>
          </a:ln>
        </p:spPr>
      </p:pic>
      <p:sp>
        <p:nvSpPr>
          <p:cNvPr id="155"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520" cy="227520"/>
          </a:xfrm>
          <a:prstGeom prst="rect">
            <a:avLst/>
          </a:prstGeom>
          <a:ln>
            <a:noFill/>
          </a:ln>
        </p:spPr>
      </p:pic>
      <p:sp>
        <p:nvSpPr>
          <p:cNvPr id="159"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520" cy="227520"/>
          </a:xfrm>
          <a:prstGeom prst="rect">
            <a:avLst/>
          </a:prstGeom>
          <a:ln>
            <a:noFill/>
          </a:ln>
        </p:spPr>
      </p:pic>
      <p:sp>
        <p:nvSpPr>
          <p:cNvPr id="163"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520" cy="227520"/>
          </a:xfrm>
          <a:prstGeom prst="rect">
            <a:avLst/>
          </a:prstGeom>
          <a:ln>
            <a:noFill/>
          </a:ln>
        </p:spPr>
      </p:pic>
      <p:sp>
        <p:nvSpPr>
          <p:cNvPr id="167"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280" cy="310788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196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280" cy="310788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28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7680" cy="2102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196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400" cy="109620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120" cy="45612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520" cy="227520"/>
          </a:xfrm>
          <a:prstGeom prst="rect">
            <a:avLst/>
          </a:prstGeom>
          <a:ln>
            <a:noFill/>
          </a:ln>
        </p:spPr>
      </p:pic>
      <p:sp>
        <p:nvSpPr>
          <p:cNvPr id="198" name="CustomShape 28"/>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440" cy="41040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560" cy="181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440" cy="77616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000" cy="35568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440" cy="100476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3960" cy="58428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440" cy="100476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000" cy="58428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440" cy="77616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120" cy="236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3960" cy="35568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200" cy="2275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320" cy="86760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20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320" cy="86760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20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388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560" cy="54756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240" cy="273240"/>
          </a:xfrm>
          <a:prstGeom prst="rect">
            <a:avLst/>
          </a:prstGeom>
          <a:ln>
            <a:noFill/>
          </a:ln>
        </p:spPr>
      </p:pic>
      <p:sp>
        <p:nvSpPr>
          <p:cNvPr id="239" name="CustomShape 40"/>
          <p:cNvSpPr/>
          <p:nvPr/>
        </p:nvSpPr>
        <p:spPr>
          <a:xfrm>
            <a:off x="8869680" y="1828800"/>
            <a:ext cx="254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6680" cy="10047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388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560" cy="54756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240" cy="273240"/>
          </a:xfrm>
          <a:prstGeom prst="rect">
            <a:avLst/>
          </a:prstGeom>
          <a:ln>
            <a:noFill/>
          </a:ln>
        </p:spPr>
      </p:pic>
      <p:sp>
        <p:nvSpPr>
          <p:cNvPr id="244" name="CustomShape 44"/>
          <p:cNvSpPr/>
          <p:nvPr/>
        </p:nvSpPr>
        <p:spPr>
          <a:xfrm>
            <a:off x="8869680" y="4206240"/>
            <a:ext cx="254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6680" cy="10047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1840" cy="50184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1840" cy="50184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1840" cy="50184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1640" cy="310788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1840" cy="50184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440" cy="146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400" cy="109620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120" cy="45612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520" cy="227520"/>
          </a:xfrm>
          <a:prstGeom prst="rect">
            <a:avLst/>
          </a:prstGeom>
          <a:ln>
            <a:noFill/>
          </a:ln>
        </p:spPr>
      </p:pic>
      <p:sp>
        <p:nvSpPr>
          <p:cNvPr id="282" name="CustomShape 36"/>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240" cy="273240"/>
          </a:xfrm>
          <a:prstGeom prst="rect">
            <a:avLst/>
          </a:prstGeom>
          <a:ln>
            <a:noFill/>
          </a:ln>
        </p:spPr>
      </p:pic>
      <p:sp>
        <p:nvSpPr>
          <p:cNvPr id="290"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240" cy="273240"/>
          </a:xfrm>
          <a:prstGeom prst="rect">
            <a:avLst/>
          </a:prstGeom>
          <a:ln>
            <a:noFill/>
          </a:ln>
        </p:spPr>
      </p:pic>
      <p:sp>
        <p:nvSpPr>
          <p:cNvPr id="295"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32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240" cy="273240"/>
          </a:xfrm>
          <a:prstGeom prst="rect">
            <a:avLst/>
          </a:prstGeom>
          <a:ln>
            <a:noFill/>
          </a:ln>
        </p:spPr>
      </p:pic>
      <p:sp>
        <p:nvSpPr>
          <p:cNvPr id="300"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12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040" cy="146196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280" cy="1004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080" cy="146196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120" cy="45612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520" cy="227520"/>
          </a:xfrm>
          <a:prstGeom prst="rect">
            <a:avLst/>
          </a:prstGeom>
          <a:ln>
            <a:noFill/>
          </a:ln>
        </p:spPr>
      </p:pic>
      <p:sp>
        <p:nvSpPr>
          <p:cNvPr id="308" name="CustomShape 22"/>
          <p:cNvSpPr/>
          <p:nvPr/>
        </p:nvSpPr>
        <p:spPr>
          <a:xfrm>
            <a:off x="8321040" y="4709160"/>
            <a:ext cx="3135240" cy="1461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44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440" cy="50184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440" cy="150768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440" cy="82188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440" cy="82188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44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400" cy="54756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400" cy="54756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8680" cy="105048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360" cy="227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2880" cy="59328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2880" cy="59328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868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8680" cy="86760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040" cy="36468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040" cy="36468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040" cy="36468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040" cy="36468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360" cy="273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240" cy="273240"/>
          </a:xfrm>
          <a:prstGeom prst="rect">
            <a:avLst/>
          </a:prstGeom>
          <a:ln>
            <a:noFill/>
          </a:ln>
        </p:spPr>
      </p:pic>
      <p:sp>
        <p:nvSpPr>
          <p:cNvPr id="352"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240" cy="273240"/>
          </a:xfrm>
          <a:prstGeom prst="rect">
            <a:avLst/>
          </a:prstGeom>
          <a:ln>
            <a:noFill/>
          </a:ln>
        </p:spPr>
      </p:pic>
      <p:sp>
        <p:nvSpPr>
          <p:cNvPr id="357"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320" cy="255924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240" cy="273240"/>
          </a:xfrm>
          <a:prstGeom prst="rect">
            <a:avLst/>
          </a:prstGeom>
          <a:ln>
            <a:noFill/>
          </a:ln>
        </p:spPr>
      </p:pic>
      <p:sp>
        <p:nvSpPr>
          <p:cNvPr id="362"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120" cy="13705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000" cy="164484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120" cy="45612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520" cy="227520"/>
          </a:xfrm>
          <a:prstGeom prst="rect">
            <a:avLst/>
          </a:prstGeom>
          <a:ln>
            <a:noFill/>
          </a:ln>
        </p:spPr>
      </p:pic>
      <p:sp>
        <p:nvSpPr>
          <p:cNvPr id="367" name="CustomShape 19"/>
          <p:cNvSpPr/>
          <p:nvPr/>
        </p:nvSpPr>
        <p:spPr>
          <a:xfrm>
            <a:off x="1371600" y="4526280"/>
            <a:ext cx="440316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000" cy="164484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120" cy="45612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520" cy="227520"/>
          </a:xfrm>
          <a:prstGeom prst="rect">
            <a:avLst/>
          </a:prstGeom>
          <a:ln>
            <a:noFill/>
          </a:ln>
        </p:spPr>
      </p:pic>
      <p:sp>
        <p:nvSpPr>
          <p:cNvPr id="371" name="CustomShape 22"/>
          <p:cNvSpPr/>
          <p:nvPr/>
        </p:nvSpPr>
        <p:spPr>
          <a:xfrm>
            <a:off x="7056000" y="4526280"/>
            <a:ext cx="440316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1840" cy="50184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1840" cy="50184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600" cy="265068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1840" cy="50184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40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4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360" cy="164484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600" cy="1187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6760" cy="164484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120" cy="45612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520" cy="227520"/>
          </a:xfrm>
          <a:prstGeom prst="rect">
            <a:avLst/>
          </a:prstGeom>
          <a:ln>
            <a:noFill/>
          </a:ln>
        </p:spPr>
      </p:pic>
      <p:sp>
        <p:nvSpPr>
          <p:cNvPr id="405" name="CustomShape 33"/>
          <p:cNvSpPr/>
          <p:nvPr/>
        </p:nvSpPr>
        <p:spPr>
          <a:xfrm>
            <a:off x="8595360" y="4526280"/>
            <a:ext cx="286092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00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240" cy="273240"/>
          </a:xfrm>
          <a:prstGeom prst="rect">
            <a:avLst/>
          </a:prstGeom>
          <a:ln>
            <a:noFill/>
          </a:ln>
        </p:spPr>
      </p:pic>
      <p:sp>
        <p:nvSpPr>
          <p:cNvPr id="413"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18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00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240" cy="273240"/>
          </a:xfrm>
          <a:prstGeom prst="rect">
            <a:avLst/>
          </a:prstGeom>
          <a:ln>
            <a:noFill/>
          </a:ln>
        </p:spPr>
      </p:pic>
      <p:sp>
        <p:nvSpPr>
          <p:cNvPr id="418"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1800" cy="1004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600" cy="210204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6840" cy="1644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520" cy="210204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120" cy="45612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520" cy="227520"/>
          </a:xfrm>
          <a:prstGeom prst="rect">
            <a:avLst/>
          </a:prstGeom>
          <a:ln>
            <a:noFill/>
          </a:ln>
        </p:spPr>
      </p:pic>
      <p:sp>
        <p:nvSpPr>
          <p:cNvPr id="426" name="CustomShape 18"/>
          <p:cNvSpPr/>
          <p:nvPr/>
        </p:nvSpPr>
        <p:spPr>
          <a:xfrm>
            <a:off x="8229600" y="4069080"/>
            <a:ext cx="3226680" cy="2102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240" cy="273240"/>
          </a:xfrm>
          <a:prstGeom prst="rect">
            <a:avLst/>
          </a:prstGeom>
          <a:ln>
            <a:noFill/>
          </a:ln>
        </p:spPr>
      </p:pic>
      <p:sp>
        <p:nvSpPr>
          <p:cNvPr id="434"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240" cy="273240"/>
          </a:xfrm>
          <a:prstGeom prst="rect">
            <a:avLst/>
          </a:prstGeom>
          <a:ln>
            <a:noFill/>
          </a:ln>
        </p:spPr>
      </p:pic>
      <p:sp>
        <p:nvSpPr>
          <p:cNvPr id="439"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240" cy="273240"/>
          </a:xfrm>
          <a:prstGeom prst="rect">
            <a:avLst/>
          </a:prstGeom>
          <a:ln>
            <a:noFill/>
          </a:ln>
        </p:spPr>
      </p:pic>
      <p:sp>
        <p:nvSpPr>
          <p:cNvPr id="444"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240" cy="273240"/>
          </a:xfrm>
          <a:prstGeom prst="rect">
            <a:avLst/>
          </a:prstGeom>
          <a:ln>
            <a:noFill/>
          </a:ln>
        </p:spPr>
      </p:pic>
      <p:sp>
        <p:nvSpPr>
          <p:cNvPr id="449" name="CustomShape 19"/>
          <p:cNvSpPr/>
          <p:nvPr/>
        </p:nvSpPr>
        <p:spPr>
          <a:xfrm>
            <a:off x="146304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560" cy="54756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240" cy="273240"/>
          </a:xfrm>
          <a:prstGeom prst="rect">
            <a:avLst/>
          </a:prstGeom>
          <a:ln>
            <a:noFill/>
          </a:ln>
        </p:spPr>
      </p:pic>
      <p:sp>
        <p:nvSpPr>
          <p:cNvPr id="454" name="CustomShape 23"/>
          <p:cNvSpPr/>
          <p:nvPr/>
        </p:nvSpPr>
        <p:spPr>
          <a:xfrm>
            <a:off x="525276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320" cy="214776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560" cy="54756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240" cy="273240"/>
          </a:xfrm>
          <a:prstGeom prst="rect">
            <a:avLst/>
          </a:prstGeom>
          <a:ln>
            <a:noFill/>
          </a:ln>
        </p:spPr>
      </p:pic>
      <p:sp>
        <p:nvSpPr>
          <p:cNvPr id="459" name="CustomShape 27"/>
          <p:cNvSpPr/>
          <p:nvPr/>
        </p:nvSpPr>
        <p:spPr>
          <a:xfrm>
            <a:off x="904212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400" cy="109620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120" cy="45612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520" cy="227520"/>
          </a:xfrm>
          <a:prstGeom prst="rect">
            <a:avLst/>
          </a:prstGeom>
          <a:ln>
            <a:noFill/>
          </a:ln>
        </p:spPr>
      </p:pic>
      <p:sp>
        <p:nvSpPr>
          <p:cNvPr id="469" name="CustomShape 8"/>
          <p:cNvSpPr/>
          <p:nvPr/>
        </p:nvSpPr>
        <p:spPr>
          <a:xfrm>
            <a:off x="1371600" y="5029200"/>
            <a:ext cx="1008756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000" cy="265068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240" cy="273240"/>
          </a:xfrm>
          <a:prstGeom prst="rect">
            <a:avLst/>
          </a:prstGeom>
          <a:ln>
            <a:noFill/>
          </a:ln>
        </p:spPr>
      </p:pic>
      <p:sp>
        <p:nvSpPr>
          <p:cNvPr id="477"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1800" cy="1461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000" cy="265068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240" cy="273240"/>
          </a:xfrm>
          <a:prstGeom prst="rect">
            <a:avLst/>
          </a:prstGeom>
          <a:ln>
            <a:noFill/>
          </a:ln>
        </p:spPr>
      </p:pic>
      <p:sp>
        <p:nvSpPr>
          <p:cNvPr id="482"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1800" cy="1461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320" cy="164484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320" cy="164484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320" cy="164484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560" cy="8218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560" cy="657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240" cy="273240"/>
          </a:xfrm>
          <a:prstGeom prst="rect">
            <a:avLst/>
          </a:prstGeom>
          <a:ln>
            <a:noFill/>
          </a:ln>
        </p:spPr>
      </p:pic>
      <p:sp>
        <p:nvSpPr>
          <p:cNvPr id="500" name="CustomShape 7"/>
          <p:cNvSpPr/>
          <p:nvPr/>
        </p:nvSpPr>
        <p:spPr>
          <a:xfrm>
            <a:off x="14630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560" cy="54756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240" cy="273240"/>
          </a:xfrm>
          <a:prstGeom prst="rect">
            <a:avLst/>
          </a:prstGeom>
          <a:ln>
            <a:noFill/>
          </a:ln>
        </p:spPr>
      </p:pic>
      <p:sp>
        <p:nvSpPr>
          <p:cNvPr id="505" name="CustomShape 11"/>
          <p:cNvSpPr/>
          <p:nvPr/>
        </p:nvSpPr>
        <p:spPr>
          <a:xfrm>
            <a:off x="7147440" y="182880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240" cy="273240"/>
          </a:xfrm>
          <a:prstGeom prst="rect">
            <a:avLst/>
          </a:prstGeom>
          <a:ln>
            <a:noFill/>
          </a:ln>
        </p:spPr>
      </p:pic>
      <p:sp>
        <p:nvSpPr>
          <p:cNvPr id="510" name="CustomShape 15"/>
          <p:cNvSpPr/>
          <p:nvPr/>
        </p:nvSpPr>
        <p:spPr>
          <a:xfrm>
            <a:off x="1463040" y="425196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00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560" cy="54756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240" cy="273240"/>
          </a:xfrm>
          <a:prstGeom prst="rect">
            <a:avLst/>
          </a:prstGeom>
          <a:ln>
            <a:noFill/>
          </a:ln>
        </p:spPr>
      </p:pic>
      <p:sp>
        <p:nvSpPr>
          <p:cNvPr id="515" name="CustomShape 19"/>
          <p:cNvSpPr/>
          <p:nvPr/>
        </p:nvSpPr>
        <p:spPr>
          <a:xfrm>
            <a:off x="7147440" y="4251960"/>
            <a:ext cx="42660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180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6680" cy="219348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0920" cy="1736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440" cy="356508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2680" cy="3107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000" spc="-1" strike="noStrike">
                <a:solidFill>
                  <a:srgbClr val="999999"/>
                </a:solidFill>
                <a:latin typeface="Consolas"/>
                <a:ea typeface="Consolas"/>
              </a:rPr>
              <a:t>-- 1. Creamos la sesión en el servidor</a:t>
            </a:r>
            <a:endParaRPr b="0" lang="es-ES" sz="1000" spc="-1" strike="noStrike">
              <a:latin typeface="Arial"/>
            </a:endParaRPr>
          </a:p>
          <a:p>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br/>
            <a:r>
              <a:rPr b="1" lang="en-US" sz="1000" spc="-1" strike="noStrike">
                <a:solidFill>
                  <a:srgbClr val="999999"/>
                </a:solidFill>
                <a:latin typeface="Consolas"/>
                <a:ea typeface="Consolas"/>
              </a:rPr>
              <a:t>-- 2. Añadimos el Evento (en este caso, cuando termina un comando SQL)</a:t>
            </a:r>
            <a:endParaRPr b="0" lang="es-ES" sz="10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000" spc="-1" strike="noStrike">
                <a:solidFill>
                  <a:srgbClr val="999999"/>
                </a:solidFill>
                <a:latin typeface="Consolas"/>
                <a:ea typeface="Consolas"/>
              </a:rPr>
              <a:t>- Acciones: Datos extra que queremos adjuntar a la captura</a:t>
            </a:r>
            <a:endParaRPr b="0" lang="es-ES" sz="10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ACTION</a:t>
            </a:r>
            <a:r>
              <a:rPr b="0" lang="en-US" sz="1200" spc="-1" strike="noStrike">
                <a:solidFill>
                  <a:srgbClr val="1f2933"/>
                </a:solidFill>
                <a:latin typeface="Consolas"/>
                <a:ea typeface="Consolas"/>
              </a:rPr>
              <a:t> (sqlserver.database_name,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sqlserver.username,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sqlserver.sql_text)</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 </a:t>
            </a:r>
            <a:r>
              <a:rPr b="1" lang="en-US" sz="1000" spc="-1" strike="noStrike">
                <a:solidFill>
                  <a:srgbClr val="999999"/>
                </a:solidFill>
                <a:latin typeface="Consolas"/>
                <a:ea typeface="Consolas"/>
              </a:rPr>
              <a:t>--&gt; 1 s (µs)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000" spc="-1" strike="noStrike">
                <a:solidFill>
                  <a:srgbClr val="999999"/>
                </a:solidFill>
                <a:latin typeface="Consolas"/>
                <a:ea typeface="Consolas"/>
              </a:rPr>
              <a:t>package0.ring_buffer (SET max_memory = 4096); -- En Kilobytes</a:t>
            </a:r>
            <a:endParaRPr b="0" lang="es-ES" sz="10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6680" cy="210204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120" cy="45612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520" cy="227520"/>
          </a:xfrm>
          <a:prstGeom prst="rect">
            <a:avLst/>
          </a:prstGeom>
          <a:ln>
            <a:noFill/>
          </a:ln>
        </p:spPr>
      </p:pic>
      <p:sp>
        <p:nvSpPr>
          <p:cNvPr id="530" name="CustomShape 13"/>
          <p:cNvSpPr/>
          <p:nvPr/>
        </p:nvSpPr>
        <p:spPr>
          <a:xfrm>
            <a:off x="1371600" y="4069080"/>
            <a:ext cx="3930840" cy="2102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440" cy="77616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120" cy="45612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520" cy="227520"/>
          </a:xfrm>
          <a:prstGeom prst="rect">
            <a:avLst/>
          </a:prstGeom>
          <a:ln>
            <a:noFill/>
          </a:ln>
        </p:spPr>
      </p:pic>
      <p:sp>
        <p:nvSpPr>
          <p:cNvPr id="534" name="CustomShape 16"/>
          <p:cNvSpPr/>
          <p:nvPr/>
        </p:nvSpPr>
        <p:spPr>
          <a:xfrm>
            <a:off x="6583680" y="5394960"/>
            <a:ext cx="4872600" cy="7761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5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36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60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040" cy="457092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560" cy="54756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240" cy="273240"/>
          </a:xfrm>
          <a:prstGeom prst="rect">
            <a:avLst/>
          </a:prstGeom>
          <a:ln>
            <a:noFill/>
          </a:ln>
        </p:spPr>
      </p:pic>
      <p:sp>
        <p:nvSpPr>
          <p:cNvPr id="545" name="CustomShape 10"/>
          <p:cNvSpPr/>
          <p:nvPr/>
        </p:nvSpPr>
        <p:spPr>
          <a:xfrm>
            <a:off x="8732520" y="1828800"/>
            <a:ext cx="26780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38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5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48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39972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160" cy="292500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240" cy="273240"/>
          </a:xfrm>
          <a:prstGeom prst="rect">
            <a:avLst/>
          </a:prstGeom>
          <a:ln>
            <a:noFill/>
          </a:ln>
        </p:spPr>
      </p:pic>
      <p:sp>
        <p:nvSpPr>
          <p:cNvPr id="557" name="CustomShape 10"/>
          <p:cNvSpPr/>
          <p:nvPr/>
        </p:nvSpPr>
        <p:spPr>
          <a:xfrm>
            <a:off x="8503920" y="1828800"/>
            <a:ext cx="767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2960" cy="1736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160" cy="292500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560" cy="54756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240" cy="273240"/>
          </a:xfrm>
          <a:prstGeom prst="rect">
            <a:avLst/>
          </a:prstGeom>
          <a:ln>
            <a:noFill/>
          </a:ln>
        </p:spPr>
      </p:pic>
      <p:sp>
        <p:nvSpPr>
          <p:cNvPr id="562" name="CustomShape 14"/>
          <p:cNvSpPr/>
          <p:nvPr/>
        </p:nvSpPr>
        <p:spPr>
          <a:xfrm>
            <a:off x="10643760" y="1828800"/>
            <a:ext cx="767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2960" cy="1736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400" cy="137052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120" cy="45612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520" cy="227520"/>
          </a:xfrm>
          <a:prstGeom prst="rect">
            <a:avLst/>
          </a:prstGeom>
          <a:ln>
            <a:noFill/>
          </a:ln>
        </p:spPr>
      </p:pic>
      <p:sp>
        <p:nvSpPr>
          <p:cNvPr id="567" name="CustomShape 18"/>
          <p:cNvSpPr/>
          <p:nvPr/>
        </p:nvSpPr>
        <p:spPr>
          <a:xfrm>
            <a:off x="1371600" y="4754880"/>
            <a:ext cx="1008756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520" cy="227520"/>
          </a:xfrm>
          <a:prstGeom prst="rect">
            <a:avLst/>
          </a:prstGeom>
          <a:ln>
            <a:noFill/>
          </a:ln>
        </p:spPr>
      </p:pic>
      <p:sp>
        <p:nvSpPr>
          <p:cNvPr id="575"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520" cy="227520"/>
          </a:xfrm>
          <a:prstGeom prst="rect">
            <a:avLst/>
          </a:prstGeom>
          <a:ln>
            <a:noFill/>
          </a:ln>
        </p:spPr>
      </p:pic>
      <p:sp>
        <p:nvSpPr>
          <p:cNvPr id="579"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520" cy="227520"/>
          </a:xfrm>
          <a:prstGeom prst="rect">
            <a:avLst/>
          </a:prstGeom>
          <a:ln>
            <a:noFill/>
          </a:ln>
        </p:spPr>
      </p:pic>
      <p:sp>
        <p:nvSpPr>
          <p:cNvPr id="583"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520" cy="227520"/>
          </a:xfrm>
          <a:prstGeom prst="rect">
            <a:avLst/>
          </a:prstGeom>
          <a:ln>
            <a:noFill/>
          </a:ln>
        </p:spPr>
      </p:pic>
      <p:sp>
        <p:nvSpPr>
          <p:cNvPr id="587"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520" cy="227520"/>
          </a:xfrm>
          <a:prstGeom prst="rect">
            <a:avLst/>
          </a:prstGeom>
          <a:ln>
            <a:noFill/>
          </a:ln>
        </p:spPr>
      </p:pic>
      <p:sp>
        <p:nvSpPr>
          <p:cNvPr id="591"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520" cy="227520"/>
          </a:xfrm>
          <a:prstGeom prst="rect">
            <a:avLst/>
          </a:prstGeom>
          <a:ln>
            <a:noFill/>
          </a:ln>
        </p:spPr>
      </p:pic>
      <p:sp>
        <p:nvSpPr>
          <p:cNvPr id="595"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4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3997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49640" cy="457092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240" cy="273240"/>
          </a:xfrm>
          <a:prstGeom prst="rect">
            <a:avLst/>
          </a:prstGeom>
          <a:ln>
            <a:noFill/>
          </a:ln>
        </p:spPr>
      </p:pic>
      <p:sp>
        <p:nvSpPr>
          <p:cNvPr id="608" name="CustomShape 10"/>
          <p:cNvSpPr/>
          <p:nvPr/>
        </p:nvSpPr>
        <p:spPr>
          <a:xfrm>
            <a:off x="8503920" y="1828800"/>
            <a:ext cx="29066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4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0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240" cy="273240"/>
          </a:xfrm>
          <a:prstGeom prst="rect">
            <a:avLst/>
          </a:prstGeom>
          <a:ln>
            <a:noFill/>
          </a:ln>
        </p:spPr>
      </p:pic>
      <p:sp>
        <p:nvSpPr>
          <p:cNvPr id="617" name="CustomShape 7"/>
          <p:cNvSpPr/>
          <p:nvPr/>
        </p:nvSpPr>
        <p:spPr>
          <a:xfrm>
            <a:off x="146304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560" cy="54756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240" cy="273240"/>
          </a:xfrm>
          <a:prstGeom prst="rect">
            <a:avLst/>
          </a:prstGeom>
          <a:ln>
            <a:noFill/>
          </a:ln>
        </p:spPr>
      </p:pic>
      <p:sp>
        <p:nvSpPr>
          <p:cNvPr id="622" name="CustomShape 11"/>
          <p:cNvSpPr/>
          <p:nvPr/>
        </p:nvSpPr>
        <p:spPr>
          <a:xfrm>
            <a:off x="525276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560" cy="54756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240" cy="273240"/>
          </a:xfrm>
          <a:prstGeom prst="rect">
            <a:avLst/>
          </a:prstGeom>
          <a:ln>
            <a:noFill/>
          </a:ln>
        </p:spPr>
      </p:pic>
      <p:sp>
        <p:nvSpPr>
          <p:cNvPr id="627" name="CustomShape 15"/>
          <p:cNvSpPr/>
          <p:nvPr/>
        </p:nvSpPr>
        <p:spPr>
          <a:xfrm>
            <a:off x="9042120" y="182880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240" cy="273240"/>
          </a:xfrm>
          <a:prstGeom prst="rect">
            <a:avLst/>
          </a:prstGeom>
          <a:ln>
            <a:noFill/>
          </a:ln>
        </p:spPr>
      </p:pic>
      <p:sp>
        <p:nvSpPr>
          <p:cNvPr id="632" name="CustomShape 19"/>
          <p:cNvSpPr/>
          <p:nvPr/>
        </p:nvSpPr>
        <p:spPr>
          <a:xfrm>
            <a:off x="146304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560" cy="54756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240" cy="273240"/>
          </a:xfrm>
          <a:prstGeom prst="rect">
            <a:avLst/>
          </a:prstGeom>
          <a:ln>
            <a:noFill/>
          </a:ln>
        </p:spPr>
      </p:pic>
      <p:sp>
        <p:nvSpPr>
          <p:cNvPr id="637" name="CustomShape 23"/>
          <p:cNvSpPr/>
          <p:nvPr/>
        </p:nvSpPr>
        <p:spPr>
          <a:xfrm>
            <a:off x="525276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32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560" cy="54756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240" cy="273240"/>
          </a:xfrm>
          <a:prstGeom prst="rect">
            <a:avLst/>
          </a:prstGeom>
          <a:ln>
            <a:noFill/>
          </a:ln>
        </p:spPr>
      </p:pic>
      <p:sp>
        <p:nvSpPr>
          <p:cNvPr id="642" name="CustomShape 27"/>
          <p:cNvSpPr/>
          <p:nvPr/>
        </p:nvSpPr>
        <p:spPr>
          <a:xfrm>
            <a:off x="9042120" y="4251960"/>
            <a:ext cx="2371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12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3880" cy="292500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240" cy="273240"/>
          </a:xfrm>
          <a:prstGeom prst="rect">
            <a:avLst/>
          </a:prstGeom>
          <a:ln>
            <a:noFill/>
          </a:ln>
        </p:spPr>
      </p:pic>
      <p:sp>
        <p:nvSpPr>
          <p:cNvPr id="651" name="CustomShape 7"/>
          <p:cNvSpPr/>
          <p:nvPr/>
        </p:nvSpPr>
        <p:spPr>
          <a:xfrm>
            <a:off x="146304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668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3880" cy="292500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560" cy="54756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240" cy="273240"/>
          </a:xfrm>
          <a:prstGeom prst="rect">
            <a:avLst/>
          </a:prstGeom>
          <a:ln>
            <a:noFill/>
          </a:ln>
        </p:spPr>
      </p:pic>
      <p:sp>
        <p:nvSpPr>
          <p:cNvPr id="656" name="CustomShape 11"/>
          <p:cNvSpPr/>
          <p:nvPr/>
        </p:nvSpPr>
        <p:spPr>
          <a:xfrm>
            <a:off x="715968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668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520" cy="137052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4760" cy="913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280" cy="342792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520" cy="2970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280" cy="86760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120" cy="45612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520" cy="227520"/>
          </a:xfrm>
          <a:prstGeom prst="rect">
            <a:avLst/>
          </a:prstGeom>
          <a:ln>
            <a:noFill/>
          </a:ln>
        </p:spPr>
      </p:pic>
      <p:sp>
        <p:nvSpPr>
          <p:cNvPr id="671" name="CustomShape 10"/>
          <p:cNvSpPr/>
          <p:nvPr/>
        </p:nvSpPr>
        <p:spPr>
          <a:xfrm>
            <a:off x="1371600" y="5303520"/>
            <a:ext cx="5302440" cy="867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6840" cy="457092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560" cy="54756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240" cy="273240"/>
          </a:xfrm>
          <a:prstGeom prst="rect">
            <a:avLst/>
          </a:prstGeom>
          <a:ln>
            <a:noFill/>
          </a:ln>
        </p:spPr>
      </p:pic>
      <p:sp>
        <p:nvSpPr>
          <p:cNvPr id="675" name="CustomShape 13"/>
          <p:cNvSpPr/>
          <p:nvPr/>
        </p:nvSpPr>
        <p:spPr>
          <a:xfrm>
            <a:off x="8046720" y="1828800"/>
            <a:ext cx="33638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496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4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3997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49640" cy="457092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560" cy="54756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240" cy="273240"/>
          </a:xfrm>
          <a:prstGeom prst="rect">
            <a:avLst/>
          </a:prstGeom>
          <a:ln>
            <a:noFill/>
          </a:ln>
        </p:spPr>
      </p:pic>
      <p:sp>
        <p:nvSpPr>
          <p:cNvPr id="687" name="CustomShape 10"/>
          <p:cNvSpPr/>
          <p:nvPr/>
        </p:nvSpPr>
        <p:spPr>
          <a:xfrm>
            <a:off x="8503920" y="1828800"/>
            <a:ext cx="29066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44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692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16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200" cy="159912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120" cy="45612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520" cy="227520"/>
          </a:xfrm>
          <a:prstGeom prst="rect">
            <a:avLst/>
          </a:prstGeom>
          <a:ln>
            <a:noFill/>
          </a:ln>
        </p:spPr>
      </p:pic>
      <p:sp>
        <p:nvSpPr>
          <p:cNvPr id="722" name="CustomShape 33"/>
          <p:cNvSpPr/>
          <p:nvPr/>
        </p:nvSpPr>
        <p:spPr>
          <a:xfrm>
            <a:off x="8503920" y="4572000"/>
            <a:ext cx="295236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1840" cy="50184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1840" cy="50184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1840" cy="50184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1840" cy="50184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16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8920" cy="233064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1840" cy="50184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172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1720" cy="684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39800" cy="196488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040" cy="1507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320" cy="196488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120" cy="45612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520" cy="227520"/>
          </a:xfrm>
          <a:prstGeom prst="rect">
            <a:avLst/>
          </a:prstGeom>
          <a:ln>
            <a:noFill/>
          </a:ln>
        </p:spPr>
      </p:pic>
      <p:sp>
        <p:nvSpPr>
          <p:cNvPr id="768" name="CustomShape 45"/>
          <p:cNvSpPr/>
          <p:nvPr/>
        </p:nvSpPr>
        <p:spPr>
          <a:xfrm>
            <a:off x="8686800" y="4206240"/>
            <a:ext cx="2769480" cy="1964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6840" cy="109620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120" cy="45612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520" cy="227520"/>
          </a:xfrm>
          <a:prstGeom prst="rect">
            <a:avLst/>
          </a:prstGeom>
          <a:ln>
            <a:noFill/>
          </a:ln>
        </p:spPr>
      </p:pic>
      <p:sp>
        <p:nvSpPr>
          <p:cNvPr id="777" name="CustomShape 8"/>
          <p:cNvSpPr/>
          <p:nvPr/>
        </p:nvSpPr>
        <p:spPr>
          <a:xfrm>
            <a:off x="1371600" y="5074920"/>
            <a:ext cx="5211000" cy="1096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240" cy="273240"/>
          </a:xfrm>
          <a:prstGeom prst="rect">
            <a:avLst/>
          </a:prstGeom>
          <a:ln>
            <a:noFill/>
          </a:ln>
        </p:spPr>
      </p:pic>
      <p:sp>
        <p:nvSpPr>
          <p:cNvPr id="788"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560" cy="54756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240" cy="273240"/>
          </a:xfrm>
          <a:prstGeom prst="rect">
            <a:avLst/>
          </a:prstGeom>
          <a:ln>
            <a:noFill/>
          </a:ln>
        </p:spPr>
      </p:pic>
      <p:sp>
        <p:nvSpPr>
          <p:cNvPr id="793"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240" cy="347364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240" cy="273240"/>
          </a:xfrm>
          <a:prstGeom prst="rect">
            <a:avLst/>
          </a:prstGeom>
          <a:ln>
            <a:noFill/>
          </a:ln>
        </p:spPr>
      </p:pic>
      <p:sp>
        <p:nvSpPr>
          <p:cNvPr id="798"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040" cy="22849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520" cy="82188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120" cy="45612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520" cy="227520"/>
          </a:xfrm>
          <a:prstGeom prst="rect">
            <a:avLst/>
          </a:prstGeom>
          <a:ln>
            <a:noFill/>
          </a:ln>
        </p:spPr>
      </p:pic>
      <p:sp>
        <p:nvSpPr>
          <p:cNvPr id="803" name="CustomShape 19"/>
          <p:cNvSpPr/>
          <p:nvPr/>
        </p:nvSpPr>
        <p:spPr>
          <a:xfrm>
            <a:off x="1371600" y="5349240"/>
            <a:ext cx="1008468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520" cy="105048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120" cy="45612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520" cy="227520"/>
          </a:xfrm>
          <a:prstGeom prst="rect">
            <a:avLst/>
          </a:prstGeom>
          <a:ln>
            <a:noFill/>
          </a:ln>
        </p:spPr>
      </p:pic>
      <p:sp>
        <p:nvSpPr>
          <p:cNvPr id="817" name="CustomShape 13"/>
          <p:cNvSpPr/>
          <p:nvPr/>
        </p:nvSpPr>
        <p:spPr>
          <a:xfrm>
            <a:off x="1371600" y="5120640"/>
            <a:ext cx="10084680" cy="1050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040" cy="329076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280" cy="2833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520" cy="100476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520" cy="227520"/>
          </a:xfrm>
          <a:prstGeom prst="rect">
            <a:avLst/>
          </a:prstGeom>
          <a:ln>
            <a:noFill/>
          </a:ln>
        </p:spPr>
      </p:pic>
      <p:sp>
        <p:nvSpPr>
          <p:cNvPr id="829" name="CustomShape 11"/>
          <p:cNvSpPr/>
          <p:nvPr/>
        </p:nvSpPr>
        <p:spPr>
          <a:xfrm>
            <a:off x="1371600" y="5166360"/>
            <a:ext cx="1008468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6840" cy="347364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080" cy="3016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280" cy="214776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560" cy="54756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240" cy="273240"/>
          </a:xfrm>
          <a:prstGeom prst="rect">
            <a:avLst/>
          </a:prstGeom>
          <a:ln>
            <a:noFill/>
          </a:ln>
        </p:spPr>
      </p:pic>
      <p:sp>
        <p:nvSpPr>
          <p:cNvPr id="840" name="CustomShape 10"/>
          <p:cNvSpPr/>
          <p:nvPr/>
        </p:nvSpPr>
        <p:spPr>
          <a:xfrm>
            <a:off x="7955280" y="1828800"/>
            <a:ext cx="34552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080" cy="959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280" cy="223920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560" cy="54756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240" cy="273240"/>
          </a:xfrm>
          <a:prstGeom prst="rect">
            <a:avLst/>
          </a:prstGeom>
          <a:ln>
            <a:noFill/>
          </a:ln>
        </p:spPr>
      </p:pic>
      <p:sp>
        <p:nvSpPr>
          <p:cNvPr id="845" name="CustomShape 14"/>
          <p:cNvSpPr/>
          <p:nvPr/>
        </p:nvSpPr>
        <p:spPr>
          <a:xfrm>
            <a:off x="7955280" y="4114800"/>
            <a:ext cx="34552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080" cy="1050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196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6840" cy="137052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120" cy="45612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520" cy="227520"/>
          </a:xfrm>
          <a:prstGeom prst="rect">
            <a:avLst/>
          </a:prstGeom>
          <a:ln>
            <a:noFill/>
          </a:ln>
        </p:spPr>
      </p:pic>
      <p:sp>
        <p:nvSpPr>
          <p:cNvPr id="850" name="CustomShape 18"/>
          <p:cNvSpPr/>
          <p:nvPr/>
        </p:nvSpPr>
        <p:spPr>
          <a:xfrm>
            <a:off x="1371600" y="4754880"/>
            <a:ext cx="521100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28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692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16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200" cy="159912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120" cy="45612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520" cy="227520"/>
          </a:xfrm>
          <a:prstGeom prst="rect">
            <a:avLst/>
          </a:prstGeom>
          <a:ln>
            <a:noFill/>
          </a:ln>
        </p:spPr>
      </p:pic>
      <p:sp>
        <p:nvSpPr>
          <p:cNvPr id="884" name="CustomShape 33"/>
          <p:cNvSpPr/>
          <p:nvPr/>
        </p:nvSpPr>
        <p:spPr>
          <a:xfrm>
            <a:off x="8503920" y="4572000"/>
            <a:ext cx="295236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400" cy="333648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280" cy="333648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40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2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000" cy="63900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8960" cy="318960"/>
          </a:xfrm>
          <a:prstGeom prst="rect">
            <a:avLst/>
          </a:prstGeom>
          <a:ln>
            <a:noFill/>
          </a:ln>
        </p:spPr>
      </p:pic>
      <p:sp>
        <p:nvSpPr>
          <p:cNvPr id="896" name="CustomShape 11"/>
          <p:cNvSpPr/>
          <p:nvPr/>
        </p:nvSpPr>
        <p:spPr>
          <a:xfrm>
            <a:off x="82296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000" cy="63900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8960" cy="318960"/>
          </a:xfrm>
          <a:prstGeom prst="rect">
            <a:avLst/>
          </a:prstGeom>
          <a:ln>
            <a:noFill/>
          </a:ln>
        </p:spPr>
      </p:pic>
      <p:sp>
        <p:nvSpPr>
          <p:cNvPr id="902" name="CustomShape 16"/>
          <p:cNvSpPr/>
          <p:nvPr/>
        </p:nvSpPr>
        <p:spPr>
          <a:xfrm>
            <a:off x="294984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000" cy="63900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8960" cy="318960"/>
          </a:xfrm>
          <a:prstGeom prst="rect">
            <a:avLst/>
          </a:prstGeom>
          <a:ln>
            <a:noFill/>
          </a:ln>
        </p:spPr>
      </p:pic>
      <p:sp>
        <p:nvSpPr>
          <p:cNvPr id="908" name="CustomShape 21"/>
          <p:cNvSpPr/>
          <p:nvPr/>
        </p:nvSpPr>
        <p:spPr>
          <a:xfrm>
            <a:off x="548820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000" cy="63900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8960" cy="318960"/>
          </a:xfrm>
          <a:prstGeom prst="rect">
            <a:avLst/>
          </a:prstGeom>
          <a:ln>
            <a:noFill/>
          </a:ln>
        </p:spPr>
      </p:pic>
      <p:sp>
        <p:nvSpPr>
          <p:cNvPr id="914" name="CustomShape 26"/>
          <p:cNvSpPr/>
          <p:nvPr/>
        </p:nvSpPr>
        <p:spPr>
          <a:xfrm>
            <a:off x="761508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24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5760" cy="278784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000" cy="63900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8960" cy="318960"/>
          </a:xfrm>
          <a:prstGeom prst="rect">
            <a:avLst/>
          </a:prstGeom>
          <a:ln>
            <a:noFill/>
          </a:ln>
        </p:spPr>
      </p:pic>
      <p:sp>
        <p:nvSpPr>
          <p:cNvPr id="920" name="CustomShape 31"/>
          <p:cNvSpPr/>
          <p:nvPr/>
        </p:nvSpPr>
        <p:spPr>
          <a:xfrm>
            <a:off x="9741960" y="3337560"/>
            <a:ext cx="1622880" cy="5932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2880" cy="821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520" cy="227520"/>
          </a:xfrm>
          <a:prstGeom prst="rect">
            <a:avLst/>
          </a:prstGeom>
          <a:ln>
            <a:noFill/>
          </a:ln>
        </p:spPr>
      </p:pic>
      <p:sp>
        <p:nvSpPr>
          <p:cNvPr id="925" name="CustomShape 35"/>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040" cy="164484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280" cy="1187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080" cy="164484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120" cy="45612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520" cy="227520"/>
          </a:xfrm>
          <a:prstGeom prst="rect">
            <a:avLst/>
          </a:prstGeom>
          <a:ln>
            <a:noFill/>
          </a:ln>
        </p:spPr>
      </p:pic>
      <p:sp>
        <p:nvSpPr>
          <p:cNvPr id="937" name="CustomShape 11"/>
          <p:cNvSpPr/>
          <p:nvPr/>
        </p:nvSpPr>
        <p:spPr>
          <a:xfrm>
            <a:off x="8321040" y="4526280"/>
            <a:ext cx="3135240" cy="1644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480" cy="82188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480" cy="82188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480" cy="82188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480" cy="82188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5640" cy="342792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69880" cy="2970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5640" cy="86760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120" cy="45612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520" cy="227520"/>
          </a:xfrm>
          <a:prstGeom prst="rect">
            <a:avLst/>
          </a:prstGeom>
          <a:ln>
            <a:noFill/>
          </a:ln>
        </p:spPr>
      </p:pic>
      <p:sp>
        <p:nvSpPr>
          <p:cNvPr id="955" name="CustomShape 17"/>
          <p:cNvSpPr/>
          <p:nvPr/>
        </p:nvSpPr>
        <p:spPr>
          <a:xfrm>
            <a:off x="6126480" y="5303520"/>
            <a:ext cx="5329800" cy="867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200" cy="347364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440" cy="3016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520" cy="82188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120" cy="45612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520" cy="227520"/>
          </a:xfrm>
          <a:prstGeom prst="rect">
            <a:avLst/>
          </a:prstGeom>
          <a:ln>
            <a:noFill/>
          </a:ln>
        </p:spPr>
      </p:pic>
      <p:sp>
        <p:nvSpPr>
          <p:cNvPr id="967" name="CustomShape 11"/>
          <p:cNvSpPr/>
          <p:nvPr/>
        </p:nvSpPr>
        <p:spPr>
          <a:xfrm>
            <a:off x="1371600" y="5349240"/>
            <a:ext cx="1008468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240" cy="233064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240" cy="273240"/>
          </a:xfrm>
          <a:prstGeom prst="rect">
            <a:avLst/>
          </a:prstGeom>
          <a:ln>
            <a:noFill/>
          </a:ln>
        </p:spPr>
      </p:pic>
      <p:sp>
        <p:nvSpPr>
          <p:cNvPr id="975"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240" cy="233064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560" cy="54756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240" cy="273240"/>
          </a:xfrm>
          <a:prstGeom prst="rect">
            <a:avLst/>
          </a:prstGeom>
          <a:ln>
            <a:noFill/>
          </a:ln>
        </p:spPr>
      </p:pic>
      <p:sp>
        <p:nvSpPr>
          <p:cNvPr id="980"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240" cy="233064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240" cy="273240"/>
          </a:xfrm>
          <a:prstGeom prst="rect">
            <a:avLst/>
          </a:prstGeom>
          <a:ln>
            <a:noFill/>
          </a:ln>
        </p:spPr>
      </p:pic>
      <p:sp>
        <p:nvSpPr>
          <p:cNvPr id="985"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040" cy="1141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360" cy="196488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600" cy="1507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6760" cy="196488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120" cy="45612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520" cy="227520"/>
          </a:xfrm>
          <a:prstGeom prst="rect">
            <a:avLst/>
          </a:prstGeom>
          <a:ln>
            <a:noFill/>
          </a:ln>
        </p:spPr>
      </p:pic>
      <p:sp>
        <p:nvSpPr>
          <p:cNvPr id="993" name="CustomShape 22"/>
          <p:cNvSpPr/>
          <p:nvPr/>
        </p:nvSpPr>
        <p:spPr>
          <a:xfrm>
            <a:off x="8595360" y="4206240"/>
            <a:ext cx="2860920" cy="1964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520" cy="364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4920" cy="91332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44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36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4920" cy="91332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520" cy="364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4920" cy="91332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44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360" cy="91332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4920" cy="91332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3880" cy="114192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120" cy="45612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520" cy="227520"/>
          </a:xfrm>
          <a:prstGeom prst="rect">
            <a:avLst/>
          </a:prstGeom>
          <a:ln>
            <a:noFill/>
          </a:ln>
        </p:spPr>
      </p:pic>
      <p:sp>
        <p:nvSpPr>
          <p:cNvPr id="1017" name="CustomShape 23"/>
          <p:cNvSpPr/>
          <p:nvPr/>
        </p:nvSpPr>
        <p:spPr>
          <a:xfrm>
            <a:off x="1371600" y="5029200"/>
            <a:ext cx="438804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3880" cy="114192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120" cy="45612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520" cy="227520"/>
          </a:xfrm>
          <a:prstGeom prst="rect">
            <a:avLst/>
          </a:prstGeom>
          <a:ln>
            <a:noFill/>
          </a:ln>
        </p:spPr>
      </p:pic>
      <p:sp>
        <p:nvSpPr>
          <p:cNvPr id="1021" name="CustomShape 26"/>
          <p:cNvSpPr/>
          <p:nvPr/>
        </p:nvSpPr>
        <p:spPr>
          <a:xfrm>
            <a:off x="7068240" y="5029200"/>
            <a:ext cx="438804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0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3880" cy="274212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240" cy="273240"/>
          </a:xfrm>
          <a:prstGeom prst="rect">
            <a:avLst/>
          </a:prstGeom>
          <a:ln>
            <a:noFill/>
          </a:ln>
        </p:spPr>
      </p:pic>
      <p:sp>
        <p:nvSpPr>
          <p:cNvPr id="1029" name="CustomShape 7"/>
          <p:cNvSpPr/>
          <p:nvPr/>
        </p:nvSpPr>
        <p:spPr>
          <a:xfrm>
            <a:off x="146304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6680" cy="15534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3880" cy="274212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560" cy="54756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240" cy="273240"/>
          </a:xfrm>
          <a:prstGeom prst="rect">
            <a:avLst/>
          </a:prstGeom>
          <a:ln>
            <a:noFill/>
          </a:ln>
        </p:spPr>
      </p:pic>
      <p:sp>
        <p:nvSpPr>
          <p:cNvPr id="1034" name="CustomShape 11"/>
          <p:cNvSpPr/>
          <p:nvPr/>
        </p:nvSpPr>
        <p:spPr>
          <a:xfrm>
            <a:off x="7159680" y="1828800"/>
            <a:ext cx="42508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6680" cy="15534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2680" cy="155340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6920" cy="1096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440" cy="155340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120" cy="45612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520" cy="227520"/>
          </a:xfrm>
          <a:prstGeom prst="rect">
            <a:avLst/>
          </a:prstGeom>
          <a:ln>
            <a:noFill/>
          </a:ln>
        </p:spPr>
      </p:pic>
      <p:sp>
        <p:nvSpPr>
          <p:cNvPr id="1042" name="CustomShape 18"/>
          <p:cNvSpPr/>
          <p:nvPr/>
        </p:nvSpPr>
        <p:spPr>
          <a:xfrm>
            <a:off x="8869680" y="4617720"/>
            <a:ext cx="2586600" cy="1553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36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1880" cy="269640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4680" cy="1050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000" cy="159912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240" cy="1141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120" cy="159912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120" cy="45612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520" cy="227520"/>
          </a:xfrm>
          <a:prstGeom prst="rect">
            <a:avLst/>
          </a:prstGeom>
          <a:ln>
            <a:noFill/>
          </a:ln>
        </p:spPr>
      </p:pic>
      <p:sp>
        <p:nvSpPr>
          <p:cNvPr id="1076" name="CustomShape 33"/>
          <p:cNvSpPr/>
          <p:nvPr/>
        </p:nvSpPr>
        <p:spPr>
          <a:xfrm>
            <a:off x="9144000" y="4572000"/>
            <a:ext cx="2312280" cy="1599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240" cy="273240"/>
          </a:xfrm>
          <a:prstGeom prst="rect">
            <a:avLst/>
          </a:prstGeom>
          <a:ln>
            <a:noFill/>
          </a:ln>
        </p:spPr>
      </p:pic>
      <p:sp>
        <p:nvSpPr>
          <p:cNvPr id="1084" name="CustomShape 7"/>
          <p:cNvSpPr/>
          <p:nvPr/>
        </p:nvSpPr>
        <p:spPr>
          <a:xfrm>
            <a:off x="146304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560" cy="54756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240" cy="273240"/>
          </a:xfrm>
          <a:prstGeom prst="rect">
            <a:avLst/>
          </a:prstGeom>
          <a:ln>
            <a:noFill/>
          </a:ln>
        </p:spPr>
      </p:pic>
      <p:sp>
        <p:nvSpPr>
          <p:cNvPr id="1089" name="CustomShape 11"/>
          <p:cNvSpPr/>
          <p:nvPr/>
        </p:nvSpPr>
        <p:spPr>
          <a:xfrm>
            <a:off x="430452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080" cy="338220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560" cy="54756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240" cy="273240"/>
          </a:xfrm>
          <a:prstGeom prst="rect">
            <a:avLst/>
          </a:prstGeom>
          <a:ln>
            <a:noFill/>
          </a:ln>
        </p:spPr>
      </p:pic>
      <p:sp>
        <p:nvSpPr>
          <p:cNvPr id="1094" name="CustomShape 15"/>
          <p:cNvSpPr/>
          <p:nvPr/>
        </p:nvSpPr>
        <p:spPr>
          <a:xfrm>
            <a:off x="714600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080" cy="338220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560" cy="54756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240" cy="273240"/>
          </a:xfrm>
          <a:prstGeom prst="rect">
            <a:avLst/>
          </a:prstGeom>
          <a:ln>
            <a:noFill/>
          </a:ln>
        </p:spPr>
      </p:pic>
      <p:sp>
        <p:nvSpPr>
          <p:cNvPr id="1099" name="CustomShape 19"/>
          <p:cNvSpPr/>
          <p:nvPr/>
        </p:nvSpPr>
        <p:spPr>
          <a:xfrm>
            <a:off x="9987480" y="1828800"/>
            <a:ext cx="142308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8880" cy="21934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520" cy="227520"/>
          </a:xfrm>
          <a:prstGeom prst="rect">
            <a:avLst/>
          </a:prstGeom>
          <a:ln>
            <a:noFill/>
          </a:ln>
        </p:spPr>
      </p:pic>
      <p:sp>
        <p:nvSpPr>
          <p:cNvPr id="1104" name="CustomShape 23"/>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520" cy="227520"/>
          </a:xfrm>
          <a:prstGeom prst="rect">
            <a:avLst/>
          </a:prstGeom>
          <a:ln>
            <a:noFill/>
          </a:ln>
        </p:spPr>
      </p:pic>
      <p:sp>
        <p:nvSpPr>
          <p:cNvPr id="1112"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520" cy="227520"/>
          </a:xfrm>
          <a:prstGeom prst="rect">
            <a:avLst/>
          </a:prstGeom>
          <a:ln>
            <a:noFill/>
          </a:ln>
        </p:spPr>
      </p:pic>
      <p:sp>
        <p:nvSpPr>
          <p:cNvPr id="1116"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520" cy="227520"/>
          </a:xfrm>
          <a:prstGeom prst="rect">
            <a:avLst/>
          </a:prstGeom>
          <a:ln>
            <a:noFill/>
          </a:ln>
        </p:spPr>
      </p:pic>
      <p:sp>
        <p:nvSpPr>
          <p:cNvPr id="1120"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520" cy="227520"/>
          </a:xfrm>
          <a:prstGeom prst="rect">
            <a:avLst/>
          </a:prstGeom>
          <a:ln>
            <a:noFill/>
          </a:ln>
        </p:spPr>
      </p:pic>
      <p:sp>
        <p:nvSpPr>
          <p:cNvPr id="1124"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520" cy="227520"/>
          </a:xfrm>
          <a:prstGeom prst="rect">
            <a:avLst/>
          </a:prstGeom>
          <a:ln>
            <a:noFill/>
          </a:ln>
        </p:spPr>
      </p:pic>
      <p:sp>
        <p:nvSpPr>
          <p:cNvPr id="1128"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520" cy="227520"/>
          </a:xfrm>
          <a:prstGeom prst="rect">
            <a:avLst/>
          </a:prstGeom>
          <a:ln>
            <a:noFill/>
          </a:ln>
        </p:spPr>
      </p:pic>
      <p:sp>
        <p:nvSpPr>
          <p:cNvPr id="1132"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56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240" cy="273240"/>
          </a:xfrm>
          <a:prstGeom prst="rect">
            <a:avLst/>
          </a:prstGeom>
          <a:ln>
            <a:noFill/>
          </a:ln>
        </p:spPr>
      </p:pic>
      <p:sp>
        <p:nvSpPr>
          <p:cNvPr id="1142" name="CustomShape 7"/>
          <p:cNvSpPr/>
          <p:nvPr/>
        </p:nvSpPr>
        <p:spPr>
          <a:xfrm>
            <a:off x="146304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36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560" cy="315360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560" cy="54756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240" cy="273240"/>
          </a:xfrm>
          <a:prstGeom prst="rect">
            <a:avLst/>
          </a:prstGeom>
          <a:ln>
            <a:noFill/>
          </a:ln>
        </p:spPr>
      </p:pic>
      <p:sp>
        <p:nvSpPr>
          <p:cNvPr id="1147" name="CustomShape 11"/>
          <p:cNvSpPr/>
          <p:nvPr/>
        </p:nvSpPr>
        <p:spPr>
          <a:xfrm>
            <a:off x="714600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36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520" cy="114192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120" cy="45612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520" cy="227520"/>
          </a:xfrm>
          <a:prstGeom prst="rect">
            <a:avLst/>
          </a:prstGeom>
          <a:ln>
            <a:noFill/>
          </a:ln>
        </p:spPr>
      </p:pic>
      <p:sp>
        <p:nvSpPr>
          <p:cNvPr id="1152" name="CustomShape 15"/>
          <p:cNvSpPr/>
          <p:nvPr/>
        </p:nvSpPr>
        <p:spPr>
          <a:xfrm>
            <a:off x="1371600" y="5029200"/>
            <a:ext cx="1008468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36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36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360" cy="821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0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08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120" cy="82188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08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08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520" cy="45612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120" cy="82188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080" cy="501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080" cy="5018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600" cy="361080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6840" cy="3153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520" cy="361080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32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320" cy="278496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520" cy="227520"/>
          </a:xfrm>
          <a:prstGeom prst="rect">
            <a:avLst/>
          </a:prstGeom>
          <a:ln>
            <a:noFill/>
          </a:ln>
        </p:spPr>
      </p:pic>
      <p:sp>
        <p:nvSpPr>
          <p:cNvPr id="1213" name="CustomShape 13"/>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3880" cy="233064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120" cy="18734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3880" cy="196488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668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6680" cy="113904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24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48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240" cy="137052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120" cy="45612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520" cy="227520"/>
          </a:xfrm>
          <a:prstGeom prst="rect">
            <a:avLst/>
          </a:prstGeom>
          <a:ln>
            <a:noFill/>
          </a:ln>
        </p:spPr>
      </p:pic>
      <p:sp>
        <p:nvSpPr>
          <p:cNvPr id="1230" name="CustomShape 16"/>
          <p:cNvSpPr/>
          <p:nvPr/>
        </p:nvSpPr>
        <p:spPr>
          <a:xfrm>
            <a:off x="7040880" y="4800600"/>
            <a:ext cx="4415400" cy="1370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60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684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600" cy="127908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6840" cy="821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52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32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320" cy="155052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68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49640" cy="258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49640" cy="544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67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24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240" cy="273240"/>
          </a:xfrm>
          <a:prstGeom prst="rect">
            <a:avLst/>
          </a:prstGeom>
          <a:ln>
            <a:noFill/>
          </a:ln>
        </p:spPr>
      </p:pic>
      <p:sp>
        <p:nvSpPr>
          <p:cNvPr id="1268"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240" cy="315360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560" cy="54756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240" cy="273240"/>
          </a:xfrm>
          <a:prstGeom prst="rect">
            <a:avLst/>
          </a:prstGeom>
          <a:ln>
            <a:noFill/>
          </a:ln>
        </p:spPr>
      </p:pic>
      <p:sp>
        <p:nvSpPr>
          <p:cNvPr id="1273"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196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240" cy="315360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240" cy="273240"/>
          </a:xfrm>
          <a:prstGeom prst="rect">
            <a:avLst/>
          </a:prstGeom>
          <a:ln>
            <a:noFill/>
          </a:ln>
        </p:spPr>
      </p:pic>
      <p:sp>
        <p:nvSpPr>
          <p:cNvPr id="1278"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040" cy="19648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520" cy="123336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120" cy="45612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520" cy="227520"/>
          </a:xfrm>
          <a:prstGeom prst="rect">
            <a:avLst/>
          </a:prstGeom>
          <a:ln>
            <a:noFill/>
          </a:ln>
        </p:spPr>
      </p:pic>
      <p:sp>
        <p:nvSpPr>
          <p:cNvPr id="1283" name="CustomShape 19"/>
          <p:cNvSpPr/>
          <p:nvPr/>
        </p:nvSpPr>
        <p:spPr>
          <a:xfrm>
            <a:off x="1371600" y="4892040"/>
            <a:ext cx="10084680" cy="1233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67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396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20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3960" cy="127908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120" cy="45612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520" cy="227520"/>
          </a:xfrm>
          <a:prstGeom prst="rect">
            <a:avLst/>
          </a:prstGeom>
          <a:ln>
            <a:noFill/>
          </a:ln>
        </p:spPr>
      </p:pic>
      <p:sp>
        <p:nvSpPr>
          <p:cNvPr id="1294" name="CustomShape 10"/>
          <p:cNvSpPr/>
          <p:nvPr/>
        </p:nvSpPr>
        <p:spPr>
          <a:xfrm>
            <a:off x="1371600" y="4892040"/>
            <a:ext cx="5028120" cy="1279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160" cy="457092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560" cy="54756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240" cy="273240"/>
          </a:xfrm>
          <a:prstGeom prst="rect">
            <a:avLst/>
          </a:prstGeom>
          <a:ln>
            <a:noFill/>
          </a:ln>
        </p:spPr>
      </p:pic>
      <p:sp>
        <p:nvSpPr>
          <p:cNvPr id="1298" name="CustomShape 13"/>
          <p:cNvSpPr/>
          <p:nvPr/>
        </p:nvSpPr>
        <p:spPr>
          <a:xfrm>
            <a:off x="7772400" y="1828800"/>
            <a:ext cx="36381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3960" cy="3382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3880" cy="324504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120" cy="27878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520" cy="105048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120" cy="45612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520" cy="227520"/>
          </a:xfrm>
          <a:prstGeom prst="rect">
            <a:avLst/>
          </a:prstGeom>
          <a:ln>
            <a:noFill/>
          </a:ln>
        </p:spPr>
      </p:pic>
      <p:sp>
        <p:nvSpPr>
          <p:cNvPr id="1313" name="CustomShape 13"/>
          <p:cNvSpPr/>
          <p:nvPr/>
        </p:nvSpPr>
        <p:spPr>
          <a:xfrm>
            <a:off x="1371600" y="5120640"/>
            <a:ext cx="10084680" cy="1050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20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3880" cy="329076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120" cy="2833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3880" cy="100476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120" cy="45612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520" cy="227520"/>
          </a:xfrm>
          <a:prstGeom prst="rect">
            <a:avLst/>
          </a:prstGeom>
          <a:ln>
            <a:noFill/>
          </a:ln>
        </p:spPr>
      </p:pic>
      <p:sp>
        <p:nvSpPr>
          <p:cNvPr id="1324" name="CustomShape 10"/>
          <p:cNvSpPr/>
          <p:nvPr/>
        </p:nvSpPr>
        <p:spPr>
          <a:xfrm>
            <a:off x="1371600" y="5166360"/>
            <a:ext cx="438804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3880" cy="228492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120" cy="1827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796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7960" cy="3646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09960" cy="30996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09960" cy="30996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09960" cy="30996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000" cy="6390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36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360" cy="219348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360" cy="219348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600" cy="1096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600" cy="8766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520" cy="227520"/>
          </a:xfrm>
          <a:prstGeom prst="rect">
            <a:avLst/>
          </a:prstGeom>
          <a:ln>
            <a:noFill/>
          </a:ln>
        </p:spPr>
      </p:pic>
      <p:sp>
        <p:nvSpPr>
          <p:cNvPr id="1361" name="CustomShape 8"/>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360" cy="41040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560" cy="45612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600" cy="109620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600" cy="109620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600" cy="109620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360" cy="91332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04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3840" cy="242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3840" cy="559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1840" cy="50184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1840" cy="50184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1880" cy="237636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1840" cy="50184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468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4680" cy="730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3880" cy="191916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120" cy="1461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3880" cy="191916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120" cy="1461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280" cy="361080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520" cy="3153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6840" cy="118764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120" cy="45612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520" cy="227520"/>
          </a:xfrm>
          <a:prstGeom prst="rect">
            <a:avLst/>
          </a:prstGeom>
          <a:ln>
            <a:noFill/>
          </a:ln>
        </p:spPr>
      </p:pic>
      <p:sp>
        <p:nvSpPr>
          <p:cNvPr id="1432" name="CustomShape 11"/>
          <p:cNvSpPr/>
          <p:nvPr/>
        </p:nvSpPr>
        <p:spPr>
          <a:xfrm>
            <a:off x="7955280" y="4023360"/>
            <a:ext cx="350100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520" cy="68472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120" cy="45612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520" cy="227520"/>
          </a:xfrm>
          <a:prstGeom prst="rect">
            <a:avLst/>
          </a:prstGeom>
          <a:ln>
            <a:noFill/>
          </a:ln>
        </p:spPr>
      </p:pic>
      <p:sp>
        <p:nvSpPr>
          <p:cNvPr id="1436" name="CustomShape 14"/>
          <p:cNvSpPr/>
          <p:nvPr/>
        </p:nvSpPr>
        <p:spPr>
          <a:xfrm>
            <a:off x="1371600" y="5486400"/>
            <a:ext cx="1008468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4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1840" cy="50184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1840" cy="50184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520" cy="69984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1840" cy="50184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780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5760" cy="699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3880" cy="182772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120" cy="1370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3880" cy="182772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120" cy="13705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40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000" cy="63900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8960" cy="318960"/>
          </a:xfrm>
          <a:prstGeom prst="rect">
            <a:avLst/>
          </a:prstGeom>
          <a:ln>
            <a:noFill/>
          </a:ln>
        </p:spPr>
      </p:pic>
      <p:sp>
        <p:nvSpPr>
          <p:cNvPr id="1466" name="CustomShape 4"/>
          <p:cNvSpPr/>
          <p:nvPr/>
        </p:nvSpPr>
        <p:spPr>
          <a:xfrm>
            <a:off x="10058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000" cy="63900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8960" cy="318960"/>
          </a:xfrm>
          <a:prstGeom prst="rect">
            <a:avLst/>
          </a:prstGeom>
          <a:ln>
            <a:noFill/>
          </a:ln>
        </p:spPr>
      </p:pic>
      <p:sp>
        <p:nvSpPr>
          <p:cNvPr id="1471" name="CustomShape 8"/>
          <p:cNvSpPr/>
          <p:nvPr/>
        </p:nvSpPr>
        <p:spPr>
          <a:xfrm>
            <a:off x="37490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000" cy="63900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8960" cy="318960"/>
          </a:xfrm>
          <a:prstGeom prst="rect">
            <a:avLst/>
          </a:prstGeom>
          <a:ln>
            <a:noFill/>
          </a:ln>
        </p:spPr>
      </p:pic>
      <p:sp>
        <p:nvSpPr>
          <p:cNvPr id="1476" name="CustomShape 12"/>
          <p:cNvSpPr/>
          <p:nvPr/>
        </p:nvSpPr>
        <p:spPr>
          <a:xfrm>
            <a:off x="64922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000" cy="63900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8960" cy="318960"/>
          </a:xfrm>
          <a:prstGeom prst="rect">
            <a:avLst/>
          </a:prstGeom>
          <a:ln>
            <a:noFill/>
          </a:ln>
        </p:spPr>
      </p:pic>
      <p:sp>
        <p:nvSpPr>
          <p:cNvPr id="1481" name="CustomShape 16"/>
          <p:cNvSpPr/>
          <p:nvPr/>
        </p:nvSpPr>
        <p:spPr>
          <a:xfrm>
            <a:off x="92354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120" cy="18277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0680" cy="32796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2"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3880" cy="1553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3880" cy="821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120" cy="45612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520" cy="227520"/>
          </a:xfrm>
          <a:prstGeom prst="rect">
            <a:avLst/>
          </a:prstGeom>
          <a:ln>
            <a:noFill/>
          </a:ln>
        </p:spPr>
      </p:pic>
      <p:sp>
        <p:nvSpPr>
          <p:cNvPr id="1492" name="CustomShape 7"/>
          <p:cNvSpPr/>
          <p:nvPr/>
        </p:nvSpPr>
        <p:spPr>
          <a:xfrm>
            <a:off x="7452360" y="10515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120" cy="45612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520" cy="227520"/>
          </a:xfrm>
          <a:prstGeom prst="rect">
            <a:avLst/>
          </a:prstGeom>
          <a:ln>
            <a:noFill/>
          </a:ln>
        </p:spPr>
      </p:pic>
      <p:sp>
        <p:nvSpPr>
          <p:cNvPr id="1496" name="CustomShape 10"/>
          <p:cNvSpPr/>
          <p:nvPr/>
        </p:nvSpPr>
        <p:spPr>
          <a:xfrm>
            <a:off x="7452360" y="182880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120" cy="45612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520" cy="227520"/>
          </a:xfrm>
          <a:prstGeom prst="rect">
            <a:avLst/>
          </a:prstGeom>
          <a:ln>
            <a:noFill/>
          </a:ln>
        </p:spPr>
      </p:pic>
      <p:sp>
        <p:nvSpPr>
          <p:cNvPr id="1500" name="CustomShape 13"/>
          <p:cNvSpPr/>
          <p:nvPr/>
        </p:nvSpPr>
        <p:spPr>
          <a:xfrm>
            <a:off x="7452360" y="260604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120" cy="45612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520" cy="227520"/>
          </a:xfrm>
          <a:prstGeom prst="rect">
            <a:avLst/>
          </a:prstGeom>
          <a:ln>
            <a:noFill/>
          </a:ln>
        </p:spPr>
      </p:pic>
      <p:sp>
        <p:nvSpPr>
          <p:cNvPr id="1504" name="CustomShape 16"/>
          <p:cNvSpPr/>
          <p:nvPr/>
        </p:nvSpPr>
        <p:spPr>
          <a:xfrm>
            <a:off x="7452360" y="338328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120" cy="45612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520" cy="227520"/>
          </a:xfrm>
          <a:prstGeom prst="rect">
            <a:avLst/>
          </a:prstGeom>
          <a:ln>
            <a:noFill/>
          </a:ln>
        </p:spPr>
      </p:pic>
      <p:sp>
        <p:nvSpPr>
          <p:cNvPr id="1508" name="CustomShape 19"/>
          <p:cNvSpPr/>
          <p:nvPr/>
        </p:nvSpPr>
        <p:spPr>
          <a:xfrm>
            <a:off x="7452360" y="416052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6680" cy="66636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120" cy="45612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520" cy="227520"/>
          </a:xfrm>
          <a:prstGeom prst="rect">
            <a:avLst/>
          </a:prstGeom>
          <a:ln>
            <a:noFill/>
          </a:ln>
        </p:spPr>
      </p:pic>
      <p:sp>
        <p:nvSpPr>
          <p:cNvPr id="1512" name="CustomShape 22"/>
          <p:cNvSpPr/>
          <p:nvPr/>
        </p:nvSpPr>
        <p:spPr>
          <a:xfrm>
            <a:off x="7452360" y="4937760"/>
            <a:ext cx="4022280" cy="6663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520" cy="100476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120" cy="45612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520" cy="227520"/>
          </a:xfrm>
          <a:prstGeom prst="rect">
            <a:avLst/>
          </a:prstGeom>
          <a:ln>
            <a:noFill/>
          </a:ln>
        </p:spPr>
      </p:pic>
      <p:sp>
        <p:nvSpPr>
          <p:cNvPr id="1523" name="CustomShape 8"/>
          <p:cNvSpPr/>
          <p:nvPr/>
        </p:nvSpPr>
        <p:spPr>
          <a:xfrm>
            <a:off x="1371600" y="5120640"/>
            <a:ext cx="10084680" cy="1004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120" cy="34632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160" cy="1728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160" cy="1728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4840" cy="456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160" cy="1728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4680" cy="36468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4680" cy="36468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4680" cy="36468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5640" cy="21852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5640" cy="21852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5640" cy="21852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5640" cy="21852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5640" cy="21852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5640" cy="21852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5640" cy="21852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5640" cy="21852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5640" cy="21852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5640" cy="21852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5640" cy="21852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5640" cy="21852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5640" cy="21852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5640" cy="21852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5640" cy="21852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5640" cy="21852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5640" cy="21852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5640" cy="21852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5640" cy="21852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5640" cy="21852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5640" cy="21852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5640" cy="21852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5640" cy="21852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5640" cy="21852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5640" cy="21852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5640" cy="21852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5640" cy="21852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5640" cy="21852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5640" cy="21852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5640" cy="21852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5640" cy="21852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5640" cy="21852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5640" cy="21852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5640" cy="21852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5640" cy="21852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5640" cy="21852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5640" cy="21852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5640" cy="21852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5640" cy="21852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5640" cy="21852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5640" cy="21852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5640" cy="21852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5640" cy="21852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5640" cy="21852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5640" cy="21852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5640" cy="21852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5640" cy="21852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5640" cy="21852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5640" cy="21852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5640" cy="21852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5640" cy="21852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5640" cy="21852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5640" cy="21852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5640" cy="21852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5640" cy="21852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5640" cy="21852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5640" cy="21852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5640" cy="21852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5640" cy="21852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5640" cy="21852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5640" cy="21852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5640" cy="21852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5640" cy="21852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5640" cy="21852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4760" cy="1818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4920" cy="38304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520" cy="291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480" cy="34632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480" cy="34632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480" cy="34632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520" cy="23652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080" cy="100476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480" cy="34632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480" cy="4561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560" cy="54756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240" cy="273240"/>
          </a:xfrm>
          <a:prstGeom prst="rect">
            <a:avLst/>
          </a:prstGeom>
          <a:ln>
            <a:noFill/>
          </a:ln>
        </p:spPr>
      </p:pic>
      <p:sp>
        <p:nvSpPr>
          <p:cNvPr id="1638" name="CustomShape 10"/>
          <p:cNvSpPr/>
          <p:nvPr/>
        </p:nvSpPr>
        <p:spPr>
          <a:xfrm>
            <a:off x="8778240" y="160020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560" cy="54756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240" cy="273240"/>
          </a:xfrm>
          <a:prstGeom prst="rect">
            <a:avLst/>
          </a:prstGeom>
          <a:ln>
            <a:noFill/>
          </a:ln>
        </p:spPr>
      </p:pic>
      <p:sp>
        <p:nvSpPr>
          <p:cNvPr id="1642" name="CustomShape 13"/>
          <p:cNvSpPr/>
          <p:nvPr/>
        </p:nvSpPr>
        <p:spPr>
          <a:xfrm>
            <a:off x="8778240" y="321876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32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560" cy="54756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240" cy="273240"/>
          </a:xfrm>
          <a:prstGeom prst="rect">
            <a:avLst/>
          </a:prstGeom>
          <a:ln>
            <a:noFill/>
          </a:ln>
        </p:spPr>
      </p:pic>
      <p:sp>
        <p:nvSpPr>
          <p:cNvPr id="1646" name="CustomShape 16"/>
          <p:cNvSpPr/>
          <p:nvPr/>
        </p:nvSpPr>
        <p:spPr>
          <a:xfrm>
            <a:off x="8778240" y="4837320"/>
            <a:ext cx="267804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3880" cy="306216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120" cy="2604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240" cy="306216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480" cy="2604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520" cy="114192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120" cy="45612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520" cy="227520"/>
          </a:xfrm>
          <a:prstGeom prst="rect">
            <a:avLst/>
          </a:prstGeom>
          <a:ln>
            <a:noFill/>
          </a:ln>
        </p:spPr>
      </p:pic>
      <p:sp>
        <p:nvSpPr>
          <p:cNvPr id="1660" name="CustomShape 13"/>
          <p:cNvSpPr/>
          <p:nvPr/>
        </p:nvSpPr>
        <p:spPr>
          <a:xfrm>
            <a:off x="1371600" y="4983480"/>
            <a:ext cx="1008468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86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696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20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560" cy="54756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240" cy="273240"/>
          </a:xfrm>
          <a:prstGeom prst="rect">
            <a:avLst/>
          </a:prstGeom>
          <a:ln>
            <a:noFill/>
          </a:ln>
        </p:spPr>
      </p:pic>
      <p:sp>
        <p:nvSpPr>
          <p:cNvPr id="1671" name="CustomShape 10"/>
          <p:cNvSpPr/>
          <p:nvPr/>
        </p:nvSpPr>
        <p:spPr>
          <a:xfrm>
            <a:off x="8915400" y="160020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560" cy="54756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240" cy="273240"/>
          </a:xfrm>
          <a:prstGeom prst="rect">
            <a:avLst/>
          </a:prstGeom>
          <a:ln>
            <a:noFill/>
          </a:ln>
        </p:spPr>
      </p:pic>
      <p:sp>
        <p:nvSpPr>
          <p:cNvPr id="1675" name="CustomShape 13"/>
          <p:cNvSpPr/>
          <p:nvPr/>
        </p:nvSpPr>
        <p:spPr>
          <a:xfrm>
            <a:off x="8915400" y="321876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16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560" cy="54756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240" cy="273240"/>
          </a:xfrm>
          <a:prstGeom prst="rect">
            <a:avLst/>
          </a:prstGeom>
          <a:ln>
            <a:noFill/>
          </a:ln>
        </p:spPr>
      </p:pic>
      <p:sp>
        <p:nvSpPr>
          <p:cNvPr id="1679" name="CustomShape 16"/>
          <p:cNvSpPr/>
          <p:nvPr/>
        </p:nvSpPr>
        <p:spPr>
          <a:xfrm>
            <a:off x="8915400" y="4837320"/>
            <a:ext cx="254088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360" cy="137052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600" cy="6847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600" cy="547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280" cy="292500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520" cy="2467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6840" cy="292500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560" cy="54756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240" cy="273240"/>
          </a:xfrm>
          <a:prstGeom prst="rect">
            <a:avLst/>
          </a:prstGeom>
          <a:ln>
            <a:noFill/>
          </a:ln>
        </p:spPr>
      </p:pic>
      <p:sp>
        <p:nvSpPr>
          <p:cNvPr id="1699" name="CustomShape 19"/>
          <p:cNvSpPr/>
          <p:nvPr/>
        </p:nvSpPr>
        <p:spPr>
          <a:xfrm>
            <a:off x="8046720" y="3474720"/>
            <a:ext cx="33638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49640" cy="17362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120" cy="338220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360" cy="2925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520" cy="227520"/>
          </a:xfrm>
          <a:prstGeom prst="rect">
            <a:avLst/>
          </a:prstGeom>
          <a:ln>
            <a:noFill/>
          </a:ln>
        </p:spPr>
      </p:pic>
      <p:sp>
        <p:nvSpPr>
          <p:cNvPr id="1712" name="CustomShape 11"/>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44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240" cy="273240"/>
          </a:xfrm>
          <a:prstGeom prst="rect">
            <a:avLst/>
          </a:prstGeom>
          <a:ln>
            <a:noFill/>
          </a:ln>
        </p:spPr>
      </p:pic>
      <p:sp>
        <p:nvSpPr>
          <p:cNvPr id="1720" name="CustomShape 7"/>
          <p:cNvSpPr/>
          <p:nvPr/>
        </p:nvSpPr>
        <p:spPr>
          <a:xfrm>
            <a:off x="146304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560" cy="54756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240" cy="273240"/>
          </a:xfrm>
          <a:prstGeom prst="rect">
            <a:avLst/>
          </a:prstGeom>
          <a:ln>
            <a:noFill/>
          </a:ln>
        </p:spPr>
      </p:pic>
      <p:sp>
        <p:nvSpPr>
          <p:cNvPr id="1725" name="CustomShape 11"/>
          <p:cNvSpPr/>
          <p:nvPr/>
        </p:nvSpPr>
        <p:spPr>
          <a:xfrm>
            <a:off x="525168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560" cy="54756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240" cy="273240"/>
          </a:xfrm>
          <a:prstGeom prst="rect">
            <a:avLst/>
          </a:prstGeom>
          <a:ln>
            <a:noFill/>
          </a:ln>
        </p:spPr>
      </p:pic>
      <p:sp>
        <p:nvSpPr>
          <p:cNvPr id="1730" name="CustomShape 15"/>
          <p:cNvSpPr/>
          <p:nvPr/>
        </p:nvSpPr>
        <p:spPr>
          <a:xfrm>
            <a:off x="9040320" y="182880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240" cy="273240"/>
          </a:xfrm>
          <a:prstGeom prst="rect">
            <a:avLst/>
          </a:prstGeom>
          <a:ln>
            <a:noFill/>
          </a:ln>
        </p:spPr>
      </p:pic>
      <p:sp>
        <p:nvSpPr>
          <p:cNvPr id="1735" name="CustomShape 19"/>
          <p:cNvSpPr/>
          <p:nvPr/>
        </p:nvSpPr>
        <p:spPr>
          <a:xfrm>
            <a:off x="146304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560" cy="54756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240" cy="273240"/>
          </a:xfrm>
          <a:prstGeom prst="rect">
            <a:avLst/>
          </a:prstGeom>
          <a:ln>
            <a:noFill/>
          </a:ln>
        </p:spPr>
      </p:pic>
      <p:sp>
        <p:nvSpPr>
          <p:cNvPr id="1740" name="CustomShape 23"/>
          <p:cNvSpPr/>
          <p:nvPr/>
        </p:nvSpPr>
        <p:spPr>
          <a:xfrm>
            <a:off x="525168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2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560" cy="54756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240" cy="273240"/>
          </a:xfrm>
          <a:prstGeom prst="rect">
            <a:avLst/>
          </a:prstGeom>
          <a:ln>
            <a:noFill/>
          </a:ln>
        </p:spPr>
      </p:pic>
      <p:sp>
        <p:nvSpPr>
          <p:cNvPr id="1745" name="CustomShape 27"/>
          <p:cNvSpPr/>
          <p:nvPr/>
        </p:nvSpPr>
        <p:spPr>
          <a:xfrm>
            <a:off x="9040320" y="4251960"/>
            <a:ext cx="23702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0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3800" cy="301644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040" cy="2559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520" cy="118764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120" cy="45612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520" cy="227520"/>
          </a:xfrm>
          <a:prstGeom prst="rect">
            <a:avLst/>
          </a:prstGeom>
          <a:ln>
            <a:noFill/>
          </a:ln>
        </p:spPr>
      </p:pic>
      <p:sp>
        <p:nvSpPr>
          <p:cNvPr id="1758" name="CustomShape 11"/>
          <p:cNvSpPr/>
          <p:nvPr/>
        </p:nvSpPr>
        <p:spPr>
          <a:xfrm>
            <a:off x="1371600" y="4937760"/>
            <a:ext cx="10084680" cy="11876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240" cy="273240"/>
          </a:xfrm>
          <a:prstGeom prst="rect">
            <a:avLst/>
          </a:prstGeom>
          <a:ln>
            <a:noFill/>
          </a:ln>
        </p:spPr>
      </p:pic>
      <p:sp>
        <p:nvSpPr>
          <p:cNvPr id="1766" name="CustomShape 7"/>
          <p:cNvSpPr/>
          <p:nvPr/>
        </p:nvSpPr>
        <p:spPr>
          <a:xfrm>
            <a:off x="1463040" y="182880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560" cy="54756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240" cy="273240"/>
          </a:xfrm>
          <a:prstGeom prst="rect">
            <a:avLst/>
          </a:prstGeom>
          <a:ln>
            <a:noFill/>
          </a:ln>
        </p:spPr>
      </p:pic>
      <p:sp>
        <p:nvSpPr>
          <p:cNvPr id="1771" name="CustomShape 11"/>
          <p:cNvSpPr/>
          <p:nvPr/>
        </p:nvSpPr>
        <p:spPr>
          <a:xfrm>
            <a:off x="4754880" y="182880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560" cy="54756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240" cy="273240"/>
          </a:xfrm>
          <a:prstGeom prst="rect">
            <a:avLst/>
          </a:prstGeom>
          <a:ln>
            <a:noFill/>
          </a:ln>
        </p:spPr>
      </p:pic>
      <p:sp>
        <p:nvSpPr>
          <p:cNvPr id="1776" name="CustomShape 15"/>
          <p:cNvSpPr/>
          <p:nvPr/>
        </p:nvSpPr>
        <p:spPr>
          <a:xfrm>
            <a:off x="1463040" y="425196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440" cy="214776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560" cy="54756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240" cy="273240"/>
          </a:xfrm>
          <a:prstGeom prst="rect">
            <a:avLst/>
          </a:prstGeom>
          <a:ln>
            <a:noFill/>
          </a:ln>
        </p:spPr>
      </p:pic>
      <p:sp>
        <p:nvSpPr>
          <p:cNvPr id="1781" name="CustomShape 19"/>
          <p:cNvSpPr/>
          <p:nvPr/>
        </p:nvSpPr>
        <p:spPr>
          <a:xfrm>
            <a:off x="4754880" y="4251960"/>
            <a:ext cx="187344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240" cy="959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6840" cy="315360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080" cy="26964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6840" cy="114192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120" cy="45612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520" cy="227520"/>
          </a:xfrm>
          <a:prstGeom prst="rect">
            <a:avLst/>
          </a:prstGeom>
          <a:ln>
            <a:noFill/>
          </a:ln>
        </p:spPr>
      </p:pic>
      <p:sp>
        <p:nvSpPr>
          <p:cNvPr id="1789" name="CustomShape 26"/>
          <p:cNvSpPr/>
          <p:nvPr/>
        </p:nvSpPr>
        <p:spPr>
          <a:xfrm>
            <a:off x="7955280" y="5029200"/>
            <a:ext cx="3501000" cy="1141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28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52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560" cy="54756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240" cy="273240"/>
          </a:xfrm>
          <a:prstGeom prst="rect">
            <a:avLst/>
          </a:prstGeom>
          <a:ln>
            <a:noFill/>
          </a:ln>
        </p:spPr>
      </p:pic>
      <p:sp>
        <p:nvSpPr>
          <p:cNvPr id="1800" name="CustomShape 10"/>
          <p:cNvSpPr/>
          <p:nvPr/>
        </p:nvSpPr>
        <p:spPr>
          <a:xfrm>
            <a:off x="8046720" y="160020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560" cy="54756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240" cy="273240"/>
          </a:xfrm>
          <a:prstGeom prst="rect">
            <a:avLst/>
          </a:prstGeom>
          <a:ln>
            <a:noFill/>
          </a:ln>
        </p:spPr>
      </p:pic>
      <p:sp>
        <p:nvSpPr>
          <p:cNvPr id="1804" name="CustomShape 13"/>
          <p:cNvSpPr/>
          <p:nvPr/>
        </p:nvSpPr>
        <p:spPr>
          <a:xfrm>
            <a:off x="8046720" y="321876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6840" cy="133380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560" cy="54756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240" cy="273240"/>
          </a:xfrm>
          <a:prstGeom prst="rect">
            <a:avLst/>
          </a:prstGeom>
          <a:ln>
            <a:noFill/>
          </a:ln>
        </p:spPr>
      </p:pic>
      <p:sp>
        <p:nvSpPr>
          <p:cNvPr id="1808" name="CustomShape 16"/>
          <p:cNvSpPr/>
          <p:nvPr/>
        </p:nvSpPr>
        <p:spPr>
          <a:xfrm>
            <a:off x="8046720" y="4837320"/>
            <a:ext cx="3409560" cy="13338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48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56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560" cy="54756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240" cy="273240"/>
          </a:xfrm>
          <a:prstGeom prst="rect">
            <a:avLst/>
          </a:prstGeom>
          <a:ln>
            <a:noFill/>
          </a:ln>
        </p:spPr>
      </p:pic>
      <p:sp>
        <p:nvSpPr>
          <p:cNvPr id="1816" name="CustomShape 7"/>
          <p:cNvSpPr/>
          <p:nvPr/>
        </p:nvSpPr>
        <p:spPr>
          <a:xfrm>
            <a:off x="146304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360" cy="2239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560" cy="342792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560" cy="54756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240" cy="273240"/>
          </a:xfrm>
          <a:prstGeom prst="rect">
            <a:avLst/>
          </a:prstGeom>
          <a:ln>
            <a:noFill/>
          </a:ln>
        </p:spPr>
      </p:pic>
      <p:sp>
        <p:nvSpPr>
          <p:cNvPr id="1821" name="CustomShape 11"/>
          <p:cNvSpPr/>
          <p:nvPr/>
        </p:nvSpPr>
        <p:spPr>
          <a:xfrm>
            <a:off x="7146000" y="1828800"/>
            <a:ext cx="426456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360" cy="22392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520" cy="227520"/>
          </a:xfrm>
          <a:prstGeom prst="rect">
            <a:avLst/>
          </a:prstGeom>
          <a:ln>
            <a:noFill/>
          </a:ln>
        </p:spPr>
      </p:pic>
      <p:sp>
        <p:nvSpPr>
          <p:cNvPr id="1826" name="CustomShape 15"/>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32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1840" cy="50184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1840" cy="50184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5880" cy="27324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2640" cy="342792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1840" cy="50184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1840" cy="5018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440" cy="639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440" cy="1782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520" cy="91332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120" cy="45612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520" cy="227520"/>
          </a:xfrm>
          <a:prstGeom prst="rect">
            <a:avLst/>
          </a:prstGeom>
          <a:ln>
            <a:noFill/>
          </a:ln>
        </p:spPr>
      </p:pic>
      <p:sp>
        <p:nvSpPr>
          <p:cNvPr id="1851" name="CustomShape 24"/>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47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560" cy="54756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240" cy="273240"/>
          </a:xfrm>
          <a:prstGeom prst="rect">
            <a:avLst/>
          </a:prstGeom>
          <a:ln>
            <a:noFill/>
          </a:ln>
        </p:spPr>
      </p:pic>
      <p:sp>
        <p:nvSpPr>
          <p:cNvPr id="1859" name="CustomShape 7"/>
          <p:cNvSpPr/>
          <p:nvPr/>
        </p:nvSpPr>
        <p:spPr>
          <a:xfrm>
            <a:off x="1463040" y="160020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560" cy="54756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240" cy="273240"/>
          </a:xfrm>
          <a:prstGeom prst="rect">
            <a:avLst/>
          </a:prstGeom>
          <a:ln>
            <a:noFill/>
          </a:ln>
        </p:spPr>
      </p:pic>
      <p:sp>
        <p:nvSpPr>
          <p:cNvPr id="1863" name="CustomShape 10"/>
          <p:cNvSpPr/>
          <p:nvPr/>
        </p:nvSpPr>
        <p:spPr>
          <a:xfrm>
            <a:off x="7146000" y="160020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560" cy="54756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240" cy="273240"/>
          </a:xfrm>
          <a:prstGeom prst="rect">
            <a:avLst/>
          </a:prstGeom>
          <a:ln>
            <a:noFill/>
          </a:ln>
        </p:spPr>
      </p:pic>
      <p:sp>
        <p:nvSpPr>
          <p:cNvPr id="1867" name="CustomShape 13"/>
          <p:cNvSpPr/>
          <p:nvPr/>
        </p:nvSpPr>
        <p:spPr>
          <a:xfrm>
            <a:off x="1463040" y="338328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560" cy="155340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560" cy="54756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240" cy="273240"/>
          </a:xfrm>
          <a:prstGeom prst="rect">
            <a:avLst/>
          </a:prstGeom>
          <a:ln>
            <a:noFill/>
          </a:ln>
        </p:spPr>
      </p:pic>
      <p:sp>
        <p:nvSpPr>
          <p:cNvPr id="1871" name="CustomShape 16"/>
          <p:cNvSpPr/>
          <p:nvPr/>
        </p:nvSpPr>
        <p:spPr>
          <a:xfrm>
            <a:off x="7146000" y="3383280"/>
            <a:ext cx="4310280" cy="15534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520" cy="91332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120" cy="45612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520" cy="227520"/>
          </a:xfrm>
          <a:prstGeom prst="rect">
            <a:avLst/>
          </a:prstGeom>
          <a:ln>
            <a:noFill/>
          </a:ln>
        </p:spPr>
      </p:pic>
      <p:sp>
        <p:nvSpPr>
          <p:cNvPr id="1875" name="CustomShape 19"/>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60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560" cy="54756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560" cy="54756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560" cy="54756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3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560" cy="54756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0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696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560" cy="54756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560" cy="54756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0920" cy="91332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560" cy="54756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560" cy="547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3640" cy="91332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200" cy="338220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440" cy="2925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520" cy="91332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120" cy="45612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520" cy="227520"/>
          </a:xfrm>
          <a:prstGeom prst="rect">
            <a:avLst/>
          </a:prstGeom>
          <a:ln>
            <a:noFill/>
          </a:ln>
        </p:spPr>
      </p:pic>
      <p:sp>
        <p:nvSpPr>
          <p:cNvPr id="1921" name="CustomShape 22"/>
          <p:cNvSpPr/>
          <p:nvPr/>
        </p:nvSpPr>
        <p:spPr>
          <a:xfrm>
            <a:off x="1371600" y="5257800"/>
            <a:ext cx="1008468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472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39800" cy="457092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120" cy="227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2"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040" cy="41137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320" cy="246780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560" cy="54756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240" cy="273240"/>
          </a:xfrm>
          <a:prstGeom prst="rect">
            <a:avLst/>
          </a:prstGeom>
          <a:ln>
            <a:noFill/>
          </a:ln>
        </p:spPr>
      </p:pic>
      <p:sp>
        <p:nvSpPr>
          <p:cNvPr id="1932" name="CustomShape 10"/>
          <p:cNvSpPr/>
          <p:nvPr/>
        </p:nvSpPr>
        <p:spPr>
          <a:xfrm>
            <a:off x="8778240" y="1828800"/>
            <a:ext cx="26323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120" cy="127908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320" cy="182772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120" cy="45612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520" cy="227520"/>
          </a:xfrm>
          <a:prstGeom prst="rect">
            <a:avLst/>
          </a:prstGeom>
          <a:ln>
            <a:noFill/>
          </a:ln>
        </p:spPr>
      </p:pic>
      <p:sp>
        <p:nvSpPr>
          <p:cNvPr id="1937" name="CustomShape 14"/>
          <p:cNvSpPr/>
          <p:nvPr/>
        </p:nvSpPr>
        <p:spPr>
          <a:xfrm>
            <a:off x="8686800" y="4343400"/>
            <a:ext cx="2769480" cy="1827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6680" cy="27324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240" cy="132480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480" cy="662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480" cy="529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399720" cy="297072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560" cy="54756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240" cy="273240"/>
          </a:xfrm>
          <a:prstGeom prst="rect">
            <a:avLst/>
          </a:prstGeom>
          <a:ln>
            <a:noFill/>
          </a:ln>
        </p:spPr>
      </p:pic>
      <p:sp>
        <p:nvSpPr>
          <p:cNvPr id="1957" name="CustomShape 19"/>
          <p:cNvSpPr/>
          <p:nvPr/>
        </p:nvSpPr>
        <p:spPr>
          <a:xfrm>
            <a:off x="1463040" y="3429000"/>
            <a:ext cx="525672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520" cy="17820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400" cy="297072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560" cy="54756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240" cy="273240"/>
          </a:xfrm>
          <a:prstGeom prst="rect">
            <a:avLst/>
          </a:prstGeom>
          <a:ln>
            <a:noFill/>
          </a:ln>
        </p:spPr>
      </p:pic>
      <p:sp>
        <p:nvSpPr>
          <p:cNvPr id="1962" name="CustomShape 23"/>
          <p:cNvSpPr/>
          <p:nvPr/>
        </p:nvSpPr>
        <p:spPr>
          <a:xfrm>
            <a:off x="8138160" y="3429000"/>
            <a:ext cx="3272400" cy="547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200" cy="1782000"/>
          </a:xfrm>
          <a:prstGeom prst="rect">
            <a:avLst/>
          </a:prstGeom>
          <a:noFill/>
          <a:ln>
            <a:noFill/>
          </a:ln>
        </p:spPr>
        <p:style>
          <a:lnRef idx="0"/>
          <a:fillRef idx="0"/>
          <a:effectRef idx="0"/>
          <a:fontRef idx="minor"/>
        </p:style>
        <p:txBody>
          <a:bodyPr lIns="0" rIns="0" tIns="0" bIns="0">
            <a:noAutofit/>
          </a:bodyPr>
          <a:p>
            <a:pPr marL="203040" indent="-20196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196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1960" cy="27324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2"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400" cy="684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560" cy="54756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240" cy="273240"/>
          </a:xfrm>
          <a:prstGeom prst="rect">
            <a:avLst/>
          </a:prstGeom>
          <a:ln>
            <a:noFill/>
          </a:ln>
        </p:spPr>
      </p:pic>
      <p:sp>
        <p:nvSpPr>
          <p:cNvPr id="1971" name="CustomShape 7"/>
          <p:cNvSpPr/>
          <p:nvPr/>
        </p:nvSpPr>
        <p:spPr>
          <a:xfrm>
            <a:off x="1463040" y="160020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560" cy="54756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240" cy="273240"/>
          </a:xfrm>
          <a:prstGeom prst="rect">
            <a:avLst/>
          </a:prstGeom>
          <a:ln>
            <a:noFill/>
          </a:ln>
        </p:spPr>
      </p:pic>
      <p:sp>
        <p:nvSpPr>
          <p:cNvPr id="1975" name="CustomShape 10"/>
          <p:cNvSpPr/>
          <p:nvPr/>
        </p:nvSpPr>
        <p:spPr>
          <a:xfrm>
            <a:off x="7146000" y="160020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560" cy="54756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240" cy="273240"/>
          </a:xfrm>
          <a:prstGeom prst="rect">
            <a:avLst/>
          </a:prstGeom>
          <a:ln>
            <a:noFill/>
          </a:ln>
        </p:spPr>
      </p:pic>
      <p:sp>
        <p:nvSpPr>
          <p:cNvPr id="1979" name="CustomShape 13"/>
          <p:cNvSpPr/>
          <p:nvPr/>
        </p:nvSpPr>
        <p:spPr>
          <a:xfrm>
            <a:off x="1463040" y="276624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560" cy="54756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240" cy="273240"/>
          </a:xfrm>
          <a:prstGeom prst="rect">
            <a:avLst/>
          </a:prstGeom>
          <a:ln>
            <a:noFill/>
          </a:ln>
        </p:spPr>
      </p:pic>
      <p:sp>
        <p:nvSpPr>
          <p:cNvPr id="1983" name="CustomShape 16"/>
          <p:cNvSpPr/>
          <p:nvPr/>
        </p:nvSpPr>
        <p:spPr>
          <a:xfrm>
            <a:off x="7146000" y="276624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560" cy="54756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240" cy="273240"/>
          </a:xfrm>
          <a:prstGeom prst="rect">
            <a:avLst/>
          </a:prstGeom>
          <a:ln>
            <a:noFill/>
          </a:ln>
        </p:spPr>
      </p:pic>
      <p:sp>
        <p:nvSpPr>
          <p:cNvPr id="1987" name="CustomShape 19"/>
          <p:cNvSpPr/>
          <p:nvPr/>
        </p:nvSpPr>
        <p:spPr>
          <a:xfrm>
            <a:off x="1463040" y="393192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560" cy="54756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240" cy="273240"/>
          </a:xfrm>
          <a:prstGeom prst="rect">
            <a:avLst/>
          </a:prstGeom>
          <a:ln>
            <a:noFill/>
          </a:ln>
        </p:spPr>
      </p:pic>
      <p:sp>
        <p:nvSpPr>
          <p:cNvPr id="1991" name="CustomShape 22"/>
          <p:cNvSpPr/>
          <p:nvPr/>
        </p:nvSpPr>
        <p:spPr>
          <a:xfrm>
            <a:off x="7146000" y="393192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560" cy="54756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240" cy="273240"/>
          </a:xfrm>
          <a:prstGeom prst="rect">
            <a:avLst/>
          </a:prstGeom>
          <a:ln>
            <a:noFill/>
          </a:ln>
        </p:spPr>
      </p:pic>
      <p:sp>
        <p:nvSpPr>
          <p:cNvPr id="1995" name="CustomShape 25"/>
          <p:cNvSpPr/>
          <p:nvPr/>
        </p:nvSpPr>
        <p:spPr>
          <a:xfrm>
            <a:off x="1463040" y="509796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560" cy="89064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560" cy="54756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240" cy="273240"/>
          </a:xfrm>
          <a:prstGeom prst="rect">
            <a:avLst/>
          </a:prstGeom>
          <a:ln>
            <a:noFill/>
          </a:ln>
        </p:spPr>
      </p:pic>
      <p:sp>
        <p:nvSpPr>
          <p:cNvPr id="1999" name="CustomShape 28"/>
          <p:cNvSpPr/>
          <p:nvPr/>
        </p:nvSpPr>
        <p:spPr>
          <a:xfrm>
            <a:off x="7146000" y="5097960"/>
            <a:ext cx="4310280" cy="89064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400" cy="913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000" cy="63900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8960" cy="318960"/>
          </a:xfrm>
          <a:prstGeom prst="rect">
            <a:avLst/>
          </a:prstGeom>
          <a:ln>
            <a:noFill/>
          </a:ln>
        </p:spPr>
      </p:pic>
      <p:sp>
        <p:nvSpPr>
          <p:cNvPr id="2004" name="CustomShape 4"/>
          <p:cNvSpPr/>
          <p:nvPr/>
        </p:nvSpPr>
        <p:spPr>
          <a:xfrm>
            <a:off x="10058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000" cy="63900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8960" cy="318960"/>
          </a:xfrm>
          <a:prstGeom prst="rect">
            <a:avLst/>
          </a:prstGeom>
          <a:ln>
            <a:noFill/>
          </a:ln>
        </p:spPr>
      </p:pic>
      <p:sp>
        <p:nvSpPr>
          <p:cNvPr id="2009" name="CustomShape 8"/>
          <p:cNvSpPr/>
          <p:nvPr/>
        </p:nvSpPr>
        <p:spPr>
          <a:xfrm>
            <a:off x="37490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000" cy="63900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8960" cy="318960"/>
          </a:xfrm>
          <a:prstGeom prst="rect">
            <a:avLst/>
          </a:prstGeom>
          <a:ln>
            <a:noFill/>
          </a:ln>
        </p:spPr>
      </p:pic>
      <p:sp>
        <p:nvSpPr>
          <p:cNvPr id="2014" name="CustomShape 12"/>
          <p:cNvSpPr/>
          <p:nvPr/>
        </p:nvSpPr>
        <p:spPr>
          <a:xfrm>
            <a:off x="64922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7800" cy="310788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000" cy="63900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8960" cy="318960"/>
          </a:xfrm>
          <a:prstGeom prst="rect">
            <a:avLst/>
          </a:prstGeom>
          <a:ln>
            <a:noFill/>
          </a:ln>
        </p:spPr>
      </p:pic>
      <p:sp>
        <p:nvSpPr>
          <p:cNvPr id="2019" name="CustomShape 16"/>
          <p:cNvSpPr/>
          <p:nvPr/>
        </p:nvSpPr>
        <p:spPr>
          <a:xfrm>
            <a:off x="9235440" y="3200400"/>
            <a:ext cx="1919160" cy="5475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160" cy="1279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320" cy="273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520" cy="27324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397</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2026-10-20T07:51:59Z</dcterms:modified>
  <cp:revision>21</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