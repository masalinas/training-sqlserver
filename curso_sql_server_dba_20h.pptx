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C0DB3074-93C4-472B-B9E8-CAE20C2F8DDA}"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5680" cy="3085560"/>
          </a:xfrm>
          <a:prstGeom prst="rect">
            <a:avLst/>
          </a:prstGeom>
        </p:spPr>
      </p:sp>
      <p:sp>
        <p:nvSpPr>
          <p:cNvPr id="202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6000">
              <a:lnSpc>
                <a:spcPct val="100000"/>
              </a:lnSpc>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6000">
              <a:lnSpc>
                <a:spcPct val="100000"/>
              </a:lnSpc>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6000">
              <a:lnSpc>
                <a:spcPct val="100000"/>
              </a:lnSpc>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6000">
              <a:lnSpc>
                <a:spcPct val="100000"/>
              </a:lnSpc>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6C17FEA-76D3-45F0-9F6D-E47DB1FED05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5680" cy="3085560"/>
          </a:xfrm>
          <a:prstGeom prst="rect">
            <a:avLst/>
          </a:prstGeom>
        </p:spPr>
      </p:sp>
      <p:sp>
        <p:nvSpPr>
          <p:cNvPr id="202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6000">
              <a:lnSpc>
                <a:spcPct val="100000"/>
              </a:lnSpc>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6000">
              <a:lnSpc>
                <a:spcPct val="100000"/>
              </a:lnSpc>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6000">
              <a:lnSpc>
                <a:spcPct val="100000"/>
              </a:lnSpc>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6000">
              <a:lnSpc>
                <a:spcPct val="100000"/>
              </a:lnSpc>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6000">
              <a:lnSpc>
                <a:spcPct val="100000"/>
              </a:lnSpc>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De los cuatro bloques, ¿cuál creéis que os va a costar más y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AD70A5E-8BE4-4D9F-A243-6399BE8485D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5680" cy="3085560"/>
          </a:xfrm>
          <a:prstGeom prst="rect">
            <a:avLst/>
          </a:prstGeom>
        </p:spPr>
      </p:sp>
      <p:sp>
        <p:nvSpPr>
          <p:cNvPr id="203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6000">
              <a:lnSpc>
                <a:spcPct val="100000"/>
              </a:lnSpc>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6000">
              <a:lnSpc>
                <a:spcPct val="100000"/>
              </a:lnSpc>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6000">
              <a:lnSpc>
                <a:spcPct val="100000"/>
              </a:lnSpc>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6000">
              <a:lnSpc>
                <a:spcPct val="100000"/>
              </a:lnSpc>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6000">
              <a:lnSpc>
                <a:spcPct val="100000"/>
              </a:lnSpc>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564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B8FA6B0-07D8-46F7-9A8C-3775E68E64D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5680" cy="3085560"/>
          </a:xfrm>
          <a:prstGeom prst="rect">
            <a:avLst/>
          </a:prstGeom>
        </p:spPr>
      </p:sp>
      <p:sp>
        <p:nvSpPr>
          <p:cNvPr id="203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6000">
              <a:lnSpc>
                <a:spcPct val="100000"/>
              </a:lnSpc>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6000">
              <a:lnSpc>
                <a:spcPct val="100000"/>
              </a:lnSpc>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6000">
              <a:lnSpc>
                <a:spcPct val="100000"/>
              </a:lnSpc>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6000">
              <a:lnSpc>
                <a:spcPct val="100000"/>
              </a:lnSpc>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6000">
              <a:lnSpc>
                <a:spcPct val="100000"/>
              </a:lnSpc>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6000">
              <a:lnSpc>
                <a:spcPct val="100000"/>
              </a:lnSpc>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6000">
              <a:lnSpc>
                <a:spcPct val="100000"/>
              </a:lnSpc>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6000">
              <a:lnSpc>
                <a:spcPct val="100000"/>
              </a:lnSpc>
            </a:pPr>
            <a:r>
              <a:rPr b="0" lang="en-US" sz="2000" spc="-1" strike="noStrike">
                <a:latin typeface="Arial"/>
              </a:rPr>
              <a:t>- Ejecutar SELECT @@VERSION, @@SERVERNAME; y guardar el resultado como evidencia.</a:t>
            </a:r>
            <a:endParaRPr b="0" lang="es-ES" sz="2000" spc="-1" strike="noStrike">
              <a:latin typeface="Arial"/>
            </a:endParaRPr>
          </a:p>
          <a:p>
            <a:pPr marL="216000" indent="-21564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50C2F9D-BAC9-4225-B716-3C53E5391CA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5680" cy="3085560"/>
          </a:xfrm>
          <a:prstGeom prst="rect">
            <a:avLst/>
          </a:prstGeom>
        </p:spPr>
      </p:sp>
      <p:sp>
        <p:nvSpPr>
          <p:cNvPr id="203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6000">
              <a:lnSpc>
                <a:spcPct val="100000"/>
              </a:lnSpc>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6000">
              <a:lnSpc>
                <a:spcPct val="100000"/>
              </a:lnSpc>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FE30A90-CA02-4536-8EF9-C1E67A2B921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5680" cy="3085560"/>
          </a:xfrm>
          <a:prstGeom prst="rect">
            <a:avLst/>
          </a:prstGeom>
        </p:spPr>
      </p:sp>
      <p:sp>
        <p:nvSpPr>
          <p:cNvPr id="203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6000">
              <a:lnSpc>
                <a:spcPct val="100000"/>
              </a:lnSpc>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6000">
              <a:lnSpc>
                <a:spcPct val="100000"/>
              </a:lnSpc>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6000">
              <a:lnSpc>
                <a:spcPct val="100000"/>
              </a:lnSpc>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6000">
              <a:lnSpc>
                <a:spcPct val="100000"/>
              </a:lnSpc>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6000">
              <a:lnSpc>
                <a:spcPct val="100000"/>
              </a:lnSpc>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9B06320-FC4C-46CA-9348-39626EF2D3E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5680" cy="3085560"/>
          </a:xfrm>
          <a:prstGeom prst="rect">
            <a:avLst/>
          </a:prstGeom>
        </p:spPr>
      </p:sp>
      <p:sp>
        <p:nvSpPr>
          <p:cNvPr id="204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6000">
              <a:lnSpc>
                <a:spcPct val="100000"/>
              </a:lnSpc>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6000">
              <a:lnSpc>
                <a:spcPct val="100000"/>
              </a:lnSpc>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6000">
              <a:lnSpc>
                <a:spcPct val="100000"/>
              </a:lnSpc>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6000">
              <a:lnSpc>
                <a:spcPct val="100000"/>
              </a:lnSpc>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6000">
              <a:lnSpc>
                <a:spcPct val="100000"/>
              </a:lnSpc>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1403EFB-7FB1-40DD-B70D-4AACFDC502E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5680" cy="3085560"/>
          </a:xfrm>
          <a:prstGeom prst="rect">
            <a:avLst/>
          </a:prstGeom>
        </p:spPr>
      </p:sp>
      <p:sp>
        <p:nvSpPr>
          <p:cNvPr id="204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6000">
              <a:lnSpc>
                <a:spcPct val="100000"/>
              </a:lnSpc>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6000">
              <a:lnSpc>
                <a:spcPct val="100000"/>
              </a:lnSpc>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6000">
              <a:lnSpc>
                <a:spcPct val="100000"/>
              </a:lnSpc>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6000">
              <a:lnSpc>
                <a:spcPct val="100000"/>
              </a:lnSpc>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6000">
              <a:lnSpc>
                <a:spcPct val="100000"/>
              </a:lnSpc>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404242B-1198-47A1-85ED-1D9609E2C8B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5680" cy="3085560"/>
          </a:xfrm>
          <a:prstGeom prst="rect">
            <a:avLst/>
          </a:prstGeom>
        </p:spPr>
      </p:sp>
      <p:sp>
        <p:nvSpPr>
          <p:cNvPr id="204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6000">
              <a:lnSpc>
                <a:spcPct val="100000"/>
              </a:lnSpc>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6000">
              <a:lnSpc>
                <a:spcPct val="100000"/>
              </a:lnSpc>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6000">
              <a:lnSpc>
                <a:spcPct val="100000"/>
              </a:lnSpc>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6000">
              <a:lnSpc>
                <a:spcPct val="100000"/>
              </a:lnSpc>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6000">
              <a:lnSpc>
                <a:spcPct val="100000"/>
              </a:lnSpc>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6000">
              <a:lnSpc>
                <a:spcPct val="100000"/>
              </a:lnSpc>
            </a:pPr>
            <a:r>
              <a:rPr b="0" lang="en-US" sz="2000" spc="-1" strike="noStrike">
                <a:latin typeface="Arial"/>
              </a:rPr>
              <a:t>- ¿Qué diferencia hay entre Checkpoint y Lazy Writer?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4FF3FCD-621A-4CBF-8323-FC844F1F8A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5680" cy="3085560"/>
          </a:xfrm>
          <a:prstGeom prst="rect">
            <a:avLst/>
          </a:prstGeom>
        </p:spPr>
      </p:sp>
      <p:sp>
        <p:nvSpPr>
          <p:cNvPr id="205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6000">
              <a:lnSpc>
                <a:spcPct val="100000"/>
              </a:lnSpc>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6000">
              <a:lnSpc>
                <a:spcPct val="100000"/>
              </a:lnSpc>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6000">
              <a:lnSpc>
                <a:spcPct val="100000"/>
              </a:lnSpc>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6000">
              <a:lnSpc>
                <a:spcPct val="100000"/>
              </a:lnSpc>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6000">
              <a:lnSpc>
                <a:spcPct val="100000"/>
              </a:lnSpc>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 200 bytes caben aproximadamente en una página? (≈ 40.)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0A00198-E05F-40D2-AA9D-C6F315F2C58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5680" cy="3085560"/>
          </a:xfrm>
          <a:prstGeom prst="rect">
            <a:avLst/>
          </a:prstGeom>
        </p:spPr>
      </p:sp>
      <p:sp>
        <p:nvSpPr>
          <p:cNvPr id="205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6000">
              <a:lnSpc>
                <a:spcPct val="100000"/>
              </a:lnSpc>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6000">
              <a:lnSpc>
                <a:spcPct val="100000"/>
              </a:lnSpc>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6000">
              <a:lnSpc>
                <a:spcPct val="100000"/>
              </a:lnSpc>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6000">
              <a:lnSpc>
                <a:spcPct val="100000"/>
              </a:lnSpc>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6000">
              <a:lnSpc>
                <a:spcPct val="100000"/>
              </a:lnSpc>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autogrowth del 10% es una mala práctica en un fichero grande?</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1A5CAC6-C4E7-427F-8442-6F0353C601A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5680" cy="3085560"/>
          </a:xfrm>
          <a:prstGeom prst="rect">
            <a:avLst/>
          </a:prstGeom>
        </p:spPr>
      </p:sp>
      <p:sp>
        <p:nvSpPr>
          <p:cNvPr id="205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6000">
              <a:lnSpc>
                <a:spcPct val="100000"/>
              </a:lnSpc>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6000">
              <a:lnSpc>
                <a:spcPct val="100000"/>
              </a:lnSpc>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6000">
              <a:lnSpc>
                <a:spcPct val="100000"/>
              </a:lnSpc>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6000">
              <a:lnSpc>
                <a:spcPct val="100000"/>
              </a:lnSpc>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6000">
              <a:lnSpc>
                <a:spcPct val="100000"/>
              </a:lnSpc>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31A3F8F-35F6-4825-949D-B850C8EC952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5680" cy="3085560"/>
          </a:xfrm>
          <a:prstGeom prst="rect">
            <a:avLst/>
          </a:prstGeom>
        </p:spPr>
      </p:sp>
      <p:sp>
        <p:nvSpPr>
          <p:cNvPr id="206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6000">
              <a:lnSpc>
                <a:spcPct val="100000"/>
              </a:lnSpc>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6000">
              <a:lnSpc>
                <a:spcPct val="100000"/>
              </a:lnSpc>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6000">
              <a:lnSpc>
                <a:spcPct val="100000"/>
              </a:lnSpc>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6000">
              <a:lnSpc>
                <a:spcPct val="100000"/>
              </a:lnSpc>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6000">
              <a:lnSpc>
                <a:spcPct val="100000"/>
              </a:lnSpc>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B77AA85-076A-4F34-A903-F04A2E2DA36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5680" cy="3085560"/>
          </a:xfrm>
          <a:prstGeom prst="rect">
            <a:avLst/>
          </a:prstGeom>
        </p:spPr>
      </p:sp>
      <p:sp>
        <p:nvSpPr>
          <p:cNvPr id="206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6000">
              <a:lnSpc>
                <a:spcPct val="100000"/>
              </a:lnSpc>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6000">
              <a:lnSpc>
                <a:spcPct val="100000"/>
              </a:lnSpc>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6000">
              <a:lnSpc>
                <a:spcPct val="100000"/>
              </a:lnSpc>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6000">
              <a:lnSpc>
                <a:spcPct val="100000"/>
              </a:lnSpc>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6000">
              <a:lnSpc>
                <a:spcPct val="100000"/>
              </a:lnSpc>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los jobs de mantenimiento si se pierde msdb y no hay backup?</a:t>
            </a:r>
            <a:endParaRPr b="0" lang="es-ES" sz="2000" spc="-1" strike="noStrike">
              <a:latin typeface="Arial"/>
            </a:endParaRPr>
          </a:p>
          <a:p>
            <a:pPr marL="216000" indent="-21564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0F62F88-C063-42A7-A334-0E7BF003476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5680" cy="3085560"/>
          </a:xfrm>
          <a:prstGeom prst="rect">
            <a:avLst/>
          </a:prstGeom>
        </p:spPr>
      </p:sp>
      <p:sp>
        <p:nvSpPr>
          <p:cNvPr id="206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6000">
              <a:lnSpc>
                <a:spcPct val="100000"/>
              </a:lnSpc>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6000">
              <a:lnSpc>
                <a:spcPct val="100000"/>
              </a:lnSpc>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6000">
              <a:lnSpc>
                <a:spcPct val="100000"/>
              </a:lnSpc>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6000">
              <a:lnSpc>
                <a:spcPct val="100000"/>
              </a:lnSpc>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6000">
              <a:lnSpc>
                <a:spcPct val="100000"/>
              </a:lnSpc>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EEEAB7D-FE6B-4B28-9CD9-3E8DC8F3346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5680" cy="3085560"/>
          </a:xfrm>
          <a:prstGeom prst="rect">
            <a:avLst/>
          </a:prstGeom>
        </p:spPr>
      </p:sp>
      <p:sp>
        <p:nvSpPr>
          <p:cNvPr id="206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6000">
              <a:lnSpc>
                <a:spcPct val="100000"/>
              </a:lnSpc>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6000">
              <a:lnSpc>
                <a:spcPct val="100000"/>
              </a:lnSpc>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6000">
              <a:lnSpc>
                <a:spcPct val="100000"/>
              </a:lnSpc>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6000">
              <a:lnSpc>
                <a:spcPct val="100000"/>
              </a:lnSpc>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6000">
              <a:lnSpc>
                <a:spcPct val="100000"/>
              </a:lnSpc>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564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1D79FA6-0A2F-4B8C-9534-4B5B19F63D1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5680" cy="3085560"/>
          </a:xfrm>
          <a:prstGeom prst="rect">
            <a:avLst/>
          </a:prstGeom>
        </p:spPr>
      </p:sp>
      <p:sp>
        <p:nvSpPr>
          <p:cNvPr id="207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6000">
              <a:lnSpc>
                <a:spcPct val="100000"/>
              </a:lnSpc>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6000">
              <a:lnSpc>
                <a:spcPct val="100000"/>
              </a:lnSpc>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6000">
              <a:lnSpc>
                <a:spcPct val="100000"/>
              </a:lnSpc>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6000">
              <a:lnSpc>
                <a:spcPct val="100000"/>
              </a:lnSpc>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6000">
              <a:lnSpc>
                <a:spcPct val="100000"/>
              </a:lnSpc>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41A0FE6-75E9-45F2-829F-4E944A1DA7A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5680" cy="3085560"/>
          </a:xfrm>
          <a:prstGeom prst="rect">
            <a:avLst/>
          </a:prstGeom>
        </p:spPr>
      </p:sp>
      <p:sp>
        <p:nvSpPr>
          <p:cNvPr id="207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6000">
              <a:lnSpc>
                <a:spcPct val="100000"/>
              </a:lnSpc>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6000">
              <a:lnSpc>
                <a:spcPct val="100000"/>
              </a:lnSpc>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6000">
              <a:lnSpc>
                <a:spcPct val="100000"/>
              </a:lnSpc>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6000">
              <a:lnSpc>
                <a:spcPct val="100000"/>
              </a:lnSpc>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6000">
              <a:lnSpc>
                <a:spcPct val="100000"/>
              </a:lnSpc>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6000">
              <a:lnSpc>
                <a:spcPct val="100000"/>
              </a:lnSpc>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6000">
              <a:lnSpc>
                <a:spcPct val="100000"/>
              </a:lnSpc>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564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5AF43A8-DA9F-4057-96F5-BCF2E6BCEF5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5680" cy="3085560"/>
          </a:xfrm>
          <a:prstGeom prst="rect">
            <a:avLst/>
          </a:prstGeom>
        </p:spPr>
      </p:sp>
      <p:sp>
        <p:nvSpPr>
          <p:cNvPr id="207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6000">
              <a:lnSpc>
                <a:spcPct val="100000"/>
              </a:lnSpc>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6000">
              <a:lnSpc>
                <a:spcPct val="100000"/>
              </a:lnSpc>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6000">
              <a:lnSpc>
                <a:spcPct val="100000"/>
              </a:lnSpc>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6000">
              <a:lnSpc>
                <a:spcPct val="100000"/>
              </a:lnSpc>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6000">
              <a:lnSpc>
                <a:spcPct val="100000"/>
              </a:lnSpc>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6000">
              <a:lnSpc>
                <a:spcPct val="100000"/>
              </a:lnSpc>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1FCBFD1-3D4C-4318-BDE8-BE6B15F7EB2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5680" cy="3085560"/>
          </a:xfrm>
          <a:prstGeom prst="rect">
            <a:avLst/>
          </a:prstGeom>
        </p:spPr>
      </p:sp>
      <p:sp>
        <p:nvSpPr>
          <p:cNvPr id="208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6000">
              <a:lnSpc>
                <a:spcPct val="100000"/>
              </a:lnSpc>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6000">
              <a:lnSpc>
                <a:spcPct val="100000"/>
              </a:lnSpc>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6000">
              <a:lnSpc>
                <a:spcPct val="100000"/>
              </a:lnSpc>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6000">
              <a:lnSpc>
                <a:spcPct val="100000"/>
              </a:lnSpc>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ejecutar ALTER DATABASE Ventas MODIFY FILEGROUP FG_DATOS DEFAULT.</a:t>
            </a:r>
            <a:endParaRPr b="0" lang="es-ES" sz="2000" spc="-1" strike="noStrike">
              <a:latin typeface="Arial"/>
            </a:endParaRPr>
          </a:p>
          <a:p>
            <a:pPr marL="216000" indent="-216000">
              <a:lnSpc>
                <a:spcPct val="100000"/>
              </a:lnSpc>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6000">
              <a:lnSpc>
                <a:spcPct val="100000"/>
              </a:lnSpc>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6000">
              <a:lnSpc>
                <a:spcPct val="100000"/>
              </a:lnSpc>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564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CFE7557-4809-4E5C-9183-4BC69952590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5680" cy="3085560"/>
          </a:xfrm>
          <a:prstGeom prst="rect">
            <a:avLst/>
          </a:prstGeom>
        </p:spPr>
      </p:sp>
      <p:sp>
        <p:nvSpPr>
          <p:cNvPr id="208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6000">
              <a:lnSpc>
                <a:spcPct val="100000"/>
              </a:lnSpc>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6000">
              <a:lnSpc>
                <a:spcPct val="100000"/>
              </a:lnSpc>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6000">
              <a:lnSpc>
                <a:spcPct val="100000"/>
              </a:lnSpc>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6000">
              <a:lnSpc>
                <a:spcPct val="100000"/>
              </a:lnSpc>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6000">
              <a:lnSpc>
                <a:spcPct val="100000"/>
              </a:lnSpc>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6000">
              <a:lnSpc>
                <a:spcPct val="100000"/>
              </a:lnSpc>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564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DE411A7-5D0D-4E54-B62E-9EF1FE5E6A9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5680" cy="3085560"/>
          </a:xfrm>
          <a:prstGeom prst="rect">
            <a:avLst/>
          </a:prstGeom>
        </p:spPr>
      </p:sp>
      <p:sp>
        <p:nvSpPr>
          <p:cNvPr id="208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6000">
              <a:lnSpc>
                <a:spcPct val="100000"/>
              </a:lnSpc>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6000">
              <a:lnSpc>
                <a:spcPct val="100000"/>
              </a:lnSpc>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6000">
              <a:lnSpc>
                <a:spcPct val="100000"/>
              </a:lnSpc>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6000">
              <a:lnSpc>
                <a:spcPct val="100000"/>
              </a:lnSpc>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6000">
              <a:lnSpc>
                <a:spcPct val="100000"/>
              </a:lnSpc>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6000">
              <a:lnSpc>
                <a:spcPct val="100000"/>
              </a:lnSpc>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564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C3C0C10-71E6-4078-9954-85F0D81EAC8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5680" cy="3085560"/>
          </a:xfrm>
          <a:prstGeom prst="rect">
            <a:avLst/>
          </a:prstGeom>
        </p:spPr>
      </p:sp>
      <p:sp>
        <p:nvSpPr>
          <p:cNvPr id="209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6000">
              <a:lnSpc>
                <a:spcPct val="100000"/>
              </a:lnSpc>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6000">
              <a:lnSpc>
                <a:spcPct val="100000"/>
              </a:lnSpc>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6000">
              <a:lnSpc>
                <a:spcPct val="100000"/>
              </a:lnSpc>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6000">
              <a:lnSpc>
                <a:spcPct val="100000"/>
              </a:lnSpc>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6000">
              <a:lnSpc>
                <a:spcPct val="100000"/>
              </a:lnSpc>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6000">
              <a:lnSpc>
                <a:spcPct val="100000"/>
              </a:lnSpc>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2EF1102-04FA-4ED5-83E4-EACCFBD20ED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5680" cy="3085560"/>
          </a:xfrm>
          <a:prstGeom prst="rect">
            <a:avLst/>
          </a:prstGeom>
        </p:spPr>
      </p:sp>
      <p:sp>
        <p:nvSpPr>
          <p:cNvPr id="209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6000">
              <a:lnSpc>
                <a:spcPct val="100000"/>
              </a:lnSpc>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6000">
              <a:lnSpc>
                <a:spcPct val="100000"/>
              </a:lnSpc>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6000">
              <a:lnSpc>
                <a:spcPct val="100000"/>
              </a:lnSpc>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6000">
              <a:lnSpc>
                <a:spcPct val="100000"/>
              </a:lnSpc>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6000">
              <a:lnSpc>
                <a:spcPct val="100000"/>
              </a:lnSpc>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6000">
              <a:lnSpc>
                <a:spcPct val="100000"/>
              </a:lnSpc>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6649004-E4D1-477B-AF47-F7985E8865A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5680" cy="3085560"/>
          </a:xfrm>
          <a:prstGeom prst="rect">
            <a:avLst/>
          </a:prstGeom>
        </p:spPr>
      </p:sp>
      <p:sp>
        <p:nvSpPr>
          <p:cNvPr id="209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6000">
              <a:lnSpc>
                <a:spcPct val="100000"/>
              </a:lnSpc>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6000">
              <a:lnSpc>
                <a:spcPct val="100000"/>
              </a:lnSpc>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6000">
              <a:lnSpc>
                <a:spcPct val="100000"/>
              </a:lnSpc>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6000">
              <a:lnSpc>
                <a:spcPct val="100000"/>
              </a:lnSpc>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6000">
              <a:lnSpc>
                <a:spcPct val="100000"/>
              </a:lnSpc>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6000">
              <a:lnSpc>
                <a:spcPct val="100000"/>
              </a:lnSpc>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creéis que se exige COUNT_BIG(*) cuando hay GROUP BY?</a:t>
            </a:r>
            <a:endParaRPr b="0" lang="es-ES" sz="2000" spc="-1" strike="noStrike">
              <a:latin typeface="Arial"/>
            </a:endParaRPr>
          </a:p>
          <a:p>
            <a:pPr marL="216000" indent="-21564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52DC501-B95E-4CAF-8C4B-9A268C4A959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5680" cy="3085560"/>
          </a:xfrm>
          <a:prstGeom prst="rect">
            <a:avLst/>
          </a:prstGeom>
        </p:spPr>
      </p:sp>
      <p:sp>
        <p:nvSpPr>
          <p:cNvPr id="209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6000">
              <a:lnSpc>
                <a:spcPct val="100000"/>
              </a:lnSpc>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6000">
              <a:lnSpc>
                <a:spcPct val="100000"/>
              </a:lnSpc>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6000">
              <a:lnSpc>
                <a:spcPct val="100000"/>
              </a:lnSpc>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6000">
              <a:lnSpc>
                <a:spcPct val="100000"/>
              </a:lnSpc>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6000">
              <a:lnSpc>
                <a:spcPct val="100000"/>
              </a:lnSpc>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6000">
              <a:lnSpc>
                <a:spcPct val="100000"/>
              </a:lnSpc>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05C33B3-F8B7-4A38-9B89-5DD44C88908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5680" cy="3085560"/>
          </a:xfrm>
          <a:prstGeom prst="rect">
            <a:avLst/>
          </a:prstGeom>
        </p:spPr>
      </p:sp>
      <p:sp>
        <p:nvSpPr>
          <p:cNvPr id="210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6000">
              <a:lnSpc>
                <a:spcPct val="100000"/>
              </a:lnSpc>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6000">
              <a:lnSpc>
                <a:spcPct val="100000"/>
              </a:lnSpc>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6000">
              <a:lnSpc>
                <a:spcPct val="100000"/>
              </a:lnSpc>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6000">
              <a:lnSpc>
                <a:spcPct val="100000"/>
              </a:lnSpc>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6000">
              <a:lnSpc>
                <a:spcPct val="100000"/>
              </a:lnSpc>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6000">
              <a:lnSpc>
                <a:spcPct val="100000"/>
              </a:lnSpc>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C13E7DA-E79A-4126-82A4-0AE2BE5D073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5680" cy="3085560"/>
          </a:xfrm>
          <a:prstGeom prst="rect">
            <a:avLst/>
          </a:prstGeom>
        </p:spPr>
      </p:sp>
      <p:sp>
        <p:nvSpPr>
          <p:cNvPr id="210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6000">
              <a:lnSpc>
                <a:spcPct val="100000"/>
              </a:lnSpc>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6000">
              <a:lnSpc>
                <a:spcPct val="100000"/>
              </a:lnSpc>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6000">
              <a:lnSpc>
                <a:spcPct val="100000"/>
              </a:lnSpc>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6000">
              <a:lnSpc>
                <a:spcPct val="100000"/>
              </a:lnSpc>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6000">
              <a:lnSpc>
                <a:spcPct val="100000"/>
              </a:lnSpc>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6000">
              <a:lnSpc>
                <a:spcPct val="100000"/>
              </a:lnSpc>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D171C6E-DACA-4D77-9111-D5DBADA82E2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5680" cy="3085560"/>
          </a:xfrm>
          <a:prstGeom prst="rect">
            <a:avLst/>
          </a:prstGeom>
        </p:spPr>
      </p:sp>
      <p:sp>
        <p:nvSpPr>
          <p:cNvPr id="210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6000">
              <a:lnSpc>
                <a:spcPct val="100000"/>
              </a:lnSpc>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6000">
              <a:lnSpc>
                <a:spcPct val="100000"/>
              </a:lnSpc>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6000">
              <a:lnSpc>
                <a:spcPct val="100000"/>
              </a:lnSpc>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6000">
              <a:lnSpc>
                <a:spcPct val="100000"/>
              </a:lnSpc>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6000">
              <a:lnSpc>
                <a:spcPct val="100000"/>
              </a:lnSpc>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6000">
              <a:lnSpc>
                <a:spcPct val="100000"/>
              </a:lnSpc>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564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48F488C-0292-4431-A1A8-D11897200C8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5680" cy="3085560"/>
          </a:xfrm>
          <a:prstGeom prst="rect">
            <a:avLst/>
          </a:prstGeom>
        </p:spPr>
      </p:sp>
      <p:sp>
        <p:nvSpPr>
          <p:cNvPr id="211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6000">
              <a:lnSpc>
                <a:spcPct val="100000"/>
              </a:lnSpc>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6000">
              <a:lnSpc>
                <a:spcPct val="100000"/>
              </a:lnSpc>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6000">
              <a:lnSpc>
                <a:spcPct val="100000"/>
              </a:lnSpc>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6000">
              <a:lnSpc>
                <a:spcPct val="100000"/>
              </a:lnSpc>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6000">
              <a:lnSpc>
                <a:spcPct val="100000"/>
              </a:lnSpc>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6000">
              <a:lnSpc>
                <a:spcPct val="100000"/>
              </a:lnSpc>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564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2FACDC7-9915-47D0-91BA-54FE4BC8167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5680" cy="3085560"/>
          </a:xfrm>
          <a:prstGeom prst="rect">
            <a:avLst/>
          </a:prstGeom>
        </p:spPr>
      </p:sp>
      <p:sp>
        <p:nvSpPr>
          <p:cNvPr id="211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6000">
              <a:lnSpc>
                <a:spcPct val="100000"/>
              </a:lnSpc>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6000">
              <a:lnSpc>
                <a:spcPct val="100000"/>
              </a:lnSpc>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6000">
              <a:lnSpc>
                <a:spcPct val="100000"/>
              </a:lnSpc>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6000">
              <a:lnSpc>
                <a:spcPct val="100000"/>
              </a:lnSpc>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6000">
              <a:lnSpc>
                <a:spcPct val="100000"/>
              </a:lnSpc>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6000">
              <a:lnSpc>
                <a:spcPct val="100000"/>
              </a:lnSpc>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564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7528AAA-A1E0-4872-976A-6C7E3DF9A56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5680" cy="3085560"/>
          </a:xfrm>
          <a:prstGeom prst="rect">
            <a:avLst/>
          </a:prstGeom>
        </p:spPr>
      </p:sp>
      <p:sp>
        <p:nvSpPr>
          <p:cNvPr id="211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6000">
              <a:lnSpc>
                <a:spcPct val="100000"/>
              </a:lnSpc>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6000">
              <a:lnSpc>
                <a:spcPct val="100000"/>
              </a:lnSpc>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6000">
              <a:lnSpc>
                <a:spcPct val="100000"/>
              </a:lnSpc>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6000">
              <a:lnSpc>
                <a:spcPct val="100000"/>
              </a:lnSpc>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6000">
              <a:lnSpc>
                <a:spcPct val="100000"/>
              </a:lnSpc>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6000">
              <a:lnSpc>
                <a:spcPct val="100000"/>
              </a:lnSpc>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564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8355761-1734-47A4-BB04-C24C38FF39D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5680" cy="3085560"/>
          </a:xfrm>
          <a:prstGeom prst="rect">
            <a:avLst/>
          </a:prstGeom>
        </p:spPr>
      </p:sp>
      <p:sp>
        <p:nvSpPr>
          <p:cNvPr id="212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6000">
              <a:lnSpc>
                <a:spcPct val="100000"/>
              </a:lnSpc>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6000">
              <a:lnSpc>
                <a:spcPct val="100000"/>
              </a:lnSpc>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6000">
              <a:lnSpc>
                <a:spcPct val="100000"/>
              </a:lnSpc>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6000">
              <a:lnSpc>
                <a:spcPct val="100000"/>
              </a:lnSpc>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6000">
              <a:lnSpc>
                <a:spcPct val="100000"/>
              </a:lnSpc>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6000">
              <a:lnSpc>
                <a:spcPct val="100000"/>
              </a:lnSpc>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6000">
              <a:lnSpc>
                <a:spcPct val="100000"/>
              </a:lnSpc>
            </a:pPr>
            <a:r>
              <a:rPr b="0" lang="en-US" sz="2000" spc="-1" strike="noStrike">
                <a:latin typeface="Arial"/>
              </a:rPr>
              <a:t>- Crear la tabla dbo.BaseConocimiento con la columna ContenidoEmbedding VECTOR(4).</a:t>
            </a:r>
            <a:endParaRPr b="0" lang="es-ES" sz="2000" spc="-1" strike="noStrike">
              <a:latin typeface="Arial"/>
            </a:endParaRPr>
          </a:p>
          <a:p>
            <a:pPr marL="216000" indent="-21564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D7CF66B-58AD-413B-BE4E-22C0EF25B57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5680" cy="3085560"/>
          </a:xfrm>
          <a:prstGeom prst="rect">
            <a:avLst/>
          </a:prstGeom>
        </p:spPr>
      </p:sp>
      <p:sp>
        <p:nvSpPr>
          <p:cNvPr id="212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6000">
              <a:lnSpc>
                <a:spcPct val="100000"/>
              </a:lnSpc>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6000">
              <a:lnSpc>
                <a:spcPct val="100000"/>
              </a:lnSpc>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6000">
              <a:lnSpc>
                <a:spcPct val="100000"/>
              </a:lnSpc>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6000">
              <a:lnSpc>
                <a:spcPct val="100000"/>
              </a:lnSpc>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6000">
              <a:lnSpc>
                <a:spcPct val="100000"/>
              </a:lnSpc>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6000">
              <a:lnSpc>
                <a:spcPct val="100000"/>
              </a:lnSpc>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6000">
              <a:lnSpc>
                <a:spcPct val="100000"/>
              </a:lnSpc>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6000">
              <a:lnSpc>
                <a:spcPct val="100000"/>
              </a:lnSpc>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6000">
              <a:lnSpc>
                <a:spcPct val="100000"/>
              </a:lnSpc>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6000">
              <a:lnSpc>
                <a:spcPct val="100000"/>
              </a:lnSpc>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6000">
              <a:lnSpc>
                <a:spcPct val="100000"/>
              </a:lnSpc>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E8A145D-1222-4DC4-98AB-A23E9DC715F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5680" cy="3085560"/>
          </a:xfrm>
          <a:prstGeom prst="rect">
            <a:avLst/>
          </a:prstGeom>
        </p:spPr>
      </p:sp>
      <p:sp>
        <p:nvSpPr>
          <p:cNvPr id="212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6000">
              <a:lnSpc>
                <a:spcPct val="100000"/>
              </a:lnSpc>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6000">
              <a:lnSpc>
                <a:spcPct val="100000"/>
              </a:lnSpc>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6000">
              <a:lnSpc>
                <a:spcPct val="100000"/>
              </a:lnSpc>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6000">
              <a:lnSpc>
                <a:spcPct val="100000"/>
              </a:lnSpc>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6000">
              <a:lnSpc>
                <a:spcPct val="100000"/>
              </a:lnSpc>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6000">
              <a:lnSpc>
                <a:spcPct val="100000"/>
              </a:lnSpc>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3BD963A-00CB-4B86-B7DF-032E832F692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5680" cy="3085560"/>
          </a:xfrm>
          <a:prstGeom prst="rect">
            <a:avLst/>
          </a:prstGeom>
        </p:spPr>
      </p:sp>
      <p:sp>
        <p:nvSpPr>
          <p:cNvPr id="212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6000">
              <a:lnSpc>
                <a:spcPct val="100000"/>
              </a:lnSpc>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6000">
              <a:lnSpc>
                <a:spcPct val="100000"/>
              </a:lnSpc>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6000">
              <a:lnSpc>
                <a:spcPct val="100000"/>
              </a:lnSpc>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6000">
              <a:lnSpc>
                <a:spcPct val="100000"/>
              </a:lnSpc>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6000">
              <a:lnSpc>
                <a:spcPct val="100000"/>
              </a:lnSpc>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6000">
              <a:lnSpc>
                <a:spcPct val="100000"/>
              </a:lnSpc>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564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1538A04-7322-4340-B5F1-2E2FA638777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5680" cy="3085560"/>
          </a:xfrm>
          <a:prstGeom prst="rect">
            <a:avLst/>
          </a:prstGeom>
        </p:spPr>
      </p:sp>
      <p:sp>
        <p:nvSpPr>
          <p:cNvPr id="213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6000">
              <a:lnSpc>
                <a:spcPct val="100000"/>
              </a:lnSpc>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6000">
              <a:lnSpc>
                <a:spcPct val="100000"/>
              </a:lnSpc>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6000">
              <a:lnSpc>
                <a:spcPct val="100000"/>
              </a:lnSpc>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6000">
              <a:lnSpc>
                <a:spcPct val="100000"/>
              </a:lnSpc>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6000">
              <a:lnSpc>
                <a:spcPct val="100000"/>
              </a:lnSpc>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6000">
              <a:lnSpc>
                <a:spcPct val="100000"/>
              </a:lnSpc>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5ADC6A8-7F56-4604-A243-96ACFBF6A97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5680" cy="3085560"/>
          </a:xfrm>
          <a:prstGeom prst="rect">
            <a:avLst/>
          </a:prstGeom>
        </p:spPr>
      </p:sp>
      <p:sp>
        <p:nvSpPr>
          <p:cNvPr id="213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6000">
              <a:lnSpc>
                <a:spcPct val="100000"/>
              </a:lnSpc>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6000">
              <a:lnSpc>
                <a:spcPct val="100000"/>
              </a:lnSpc>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6000">
              <a:lnSpc>
                <a:spcPct val="100000"/>
              </a:lnSpc>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6000">
              <a:lnSpc>
                <a:spcPct val="100000"/>
              </a:lnSpc>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6000">
              <a:lnSpc>
                <a:spcPct val="100000"/>
              </a:lnSpc>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6000">
              <a:lnSpc>
                <a:spcPct val="100000"/>
              </a:lnSpc>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A5F0390-5B39-49B6-AE56-2F1974DA15D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5680" cy="3085560"/>
          </a:xfrm>
          <a:prstGeom prst="rect">
            <a:avLst/>
          </a:prstGeom>
        </p:spPr>
      </p:sp>
      <p:sp>
        <p:nvSpPr>
          <p:cNvPr id="213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6000">
              <a:lnSpc>
                <a:spcPct val="100000"/>
              </a:lnSpc>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6000">
              <a:lnSpc>
                <a:spcPct val="100000"/>
              </a:lnSpc>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6000">
              <a:lnSpc>
                <a:spcPct val="100000"/>
              </a:lnSpc>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6000">
              <a:lnSpc>
                <a:spcPct val="100000"/>
              </a:lnSpc>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6000">
              <a:lnSpc>
                <a:spcPct val="100000"/>
              </a:lnSpc>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6000">
              <a:lnSpc>
                <a:spcPct val="100000"/>
              </a:lnSpc>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7472DA9-ED1D-49BD-9BC4-4860FC0CC9C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5680" cy="3085560"/>
          </a:xfrm>
          <a:prstGeom prst="rect">
            <a:avLst/>
          </a:prstGeom>
        </p:spPr>
      </p:sp>
      <p:sp>
        <p:nvSpPr>
          <p:cNvPr id="214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6000">
              <a:lnSpc>
                <a:spcPct val="100000"/>
              </a:lnSpc>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6000">
              <a:lnSpc>
                <a:spcPct val="100000"/>
              </a:lnSpc>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6000">
              <a:lnSpc>
                <a:spcPct val="100000"/>
              </a:lnSpc>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6000">
              <a:lnSpc>
                <a:spcPct val="100000"/>
              </a:lnSpc>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6000">
              <a:lnSpc>
                <a:spcPct val="100000"/>
              </a:lnSpc>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6000">
              <a:lnSpc>
                <a:spcPct val="100000"/>
              </a:lnSpc>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EAB761C-89EF-4E5B-95A5-5FBDF7A975C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5680" cy="3085560"/>
          </a:xfrm>
          <a:prstGeom prst="rect">
            <a:avLst/>
          </a:prstGeom>
        </p:spPr>
      </p:sp>
      <p:sp>
        <p:nvSpPr>
          <p:cNvPr id="214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6000">
              <a:lnSpc>
                <a:spcPct val="100000"/>
              </a:lnSpc>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6000">
              <a:lnSpc>
                <a:spcPct val="100000"/>
              </a:lnSpc>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6000">
              <a:lnSpc>
                <a:spcPct val="100000"/>
              </a:lnSpc>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6000">
              <a:lnSpc>
                <a:spcPct val="100000"/>
              </a:lnSpc>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6000">
              <a:lnSpc>
                <a:spcPct val="100000"/>
              </a:lnSpc>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6000">
              <a:lnSpc>
                <a:spcPct val="100000"/>
              </a:lnSpc>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CAEC217-DFEE-4D5A-9215-647A69A822E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5680" cy="3085560"/>
          </a:xfrm>
          <a:prstGeom prst="rect">
            <a:avLst/>
          </a:prstGeom>
        </p:spPr>
      </p:sp>
      <p:sp>
        <p:nvSpPr>
          <p:cNvPr id="214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6000">
              <a:lnSpc>
                <a:spcPct val="100000"/>
              </a:lnSpc>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6000">
              <a:lnSpc>
                <a:spcPct val="100000"/>
              </a:lnSpc>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6000">
              <a:lnSpc>
                <a:spcPct val="100000"/>
              </a:lnSpc>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6000">
              <a:lnSpc>
                <a:spcPct val="100000"/>
              </a:lnSpc>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6000">
              <a:lnSpc>
                <a:spcPct val="100000"/>
              </a:lnSpc>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6000">
              <a:lnSpc>
                <a:spcPct val="100000"/>
              </a:lnSpc>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6000">
              <a:lnSpc>
                <a:spcPct val="100000"/>
              </a:lnSpc>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6000">
              <a:lnSpc>
                <a:spcPct val="100000"/>
              </a:lnSpc>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6000">
              <a:lnSpc>
                <a:spcPct val="100000"/>
              </a:lnSpc>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6000">
              <a:lnSpc>
                <a:spcPct val="100000"/>
              </a:lnSpc>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6000">
              <a:lnSpc>
                <a:spcPct val="100000"/>
              </a:lnSpc>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32BEEE5-C500-4FC6-B6B1-795AB118651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5680" cy="3085560"/>
          </a:xfrm>
          <a:prstGeom prst="rect">
            <a:avLst/>
          </a:prstGeom>
        </p:spPr>
      </p:sp>
      <p:sp>
        <p:nvSpPr>
          <p:cNvPr id="215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6000">
              <a:lnSpc>
                <a:spcPct val="100000"/>
              </a:lnSpc>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6000">
              <a:lnSpc>
                <a:spcPct val="100000"/>
              </a:lnSpc>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6000">
              <a:lnSpc>
                <a:spcPct val="100000"/>
              </a:lnSpc>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6000">
              <a:lnSpc>
                <a:spcPct val="100000"/>
              </a:lnSpc>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6000">
              <a:lnSpc>
                <a:spcPct val="100000"/>
              </a:lnSpc>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564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1FBEC36-9A79-4C95-A160-7523CD35528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5680" cy="3085560"/>
          </a:xfrm>
          <a:prstGeom prst="rect">
            <a:avLst/>
          </a:prstGeom>
        </p:spPr>
      </p:sp>
      <p:sp>
        <p:nvSpPr>
          <p:cNvPr id="215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6000">
              <a:lnSpc>
                <a:spcPct val="100000"/>
              </a:lnSpc>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6000">
              <a:lnSpc>
                <a:spcPct val="100000"/>
              </a:lnSpc>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6000">
              <a:lnSpc>
                <a:spcPct val="100000"/>
              </a:lnSpc>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6000">
              <a:lnSpc>
                <a:spcPct val="100000"/>
              </a:lnSpc>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6000">
              <a:lnSpc>
                <a:spcPct val="100000"/>
              </a:lnSpc>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EBD0960-0D2E-48C2-84D8-B4FA3699482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5680" cy="3085560"/>
          </a:xfrm>
          <a:prstGeom prst="rect">
            <a:avLst/>
          </a:prstGeom>
        </p:spPr>
      </p:sp>
      <p:sp>
        <p:nvSpPr>
          <p:cNvPr id="215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6000">
              <a:lnSpc>
                <a:spcPct val="100000"/>
              </a:lnSpc>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6000">
              <a:lnSpc>
                <a:spcPct val="100000"/>
              </a:lnSpc>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6000">
              <a:lnSpc>
                <a:spcPct val="100000"/>
              </a:lnSpc>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6000">
              <a:lnSpc>
                <a:spcPct val="100000"/>
              </a:lnSpc>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6000">
              <a:lnSpc>
                <a:spcPct val="100000"/>
              </a:lnSpc>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6000">
              <a:lnSpc>
                <a:spcPct val="100000"/>
              </a:lnSpc>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B9F6BA5-7299-4C75-A42E-BB709019075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5680" cy="3085560"/>
          </a:xfrm>
          <a:prstGeom prst="rect">
            <a:avLst/>
          </a:prstGeom>
        </p:spPr>
      </p:sp>
      <p:sp>
        <p:nvSpPr>
          <p:cNvPr id="215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6000">
              <a:lnSpc>
                <a:spcPct val="100000"/>
              </a:lnSpc>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6000">
              <a:lnSpc>
                <a:spcPct val="100000"/>
              </a:lnSpc>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6000">
              <a:lnSpc>
                <a:spcPct val="100000"/>
              </a:lnSpc>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6000">
              <a:lnSpc>
                <a:spcPct val="100000"/>
              </a:lnSpc>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6000">
              <a:lnSpc>
                <a:spcPct val="100000"/>
              </a:lnSpc>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564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32DD7BE-99EF-432D-BDEF-FE526A8A800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5680" cy="3085560"/>
          </a:xfrm>
          <a:prstGeom prst="rect">
            <a:avLst/>
          </a:prstGeom>
        </p:spPr>
      </p:sp>
      <p:sp>
        <p:nvSpPr>
          <p:cNvPr id="216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6000">
              <a:lnSpc>
                <a:spcPct val="100000"/>
              </a:lnSpc>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6000">
              <a:lnSpc>
                <a:spcPct val="100000"/>
              </a:lnSpc>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6000">
              <a:lnSpc>
                <a:spcPct val="100000"/>
              </a:lnSpc>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6000">
              <a:lnSpc>
                <a:spcPct val="100000"/>
              </a:lnSpc>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6000">
              <a:lnSpc>
                <a:spcPct val="100000"/>
              </a:lnSpc>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564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E481197-BE37-4242-BBE0-EBDBF8B0408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5680" cy="3085560"/>
          </a:xfrm>
          <a:prstGeom prst="rect">
            <a:avLst/>
          </a:prstGeom>
        </p:spPr>
      </p:sp>
      <p:sp>
        <p:nvSpPr>
          <p:cNvPr id="216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6000">
              <a:lnSpc>
                <a:spcPct val="100000"/>
              </a:lnSpc>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6000">
              <a:lnSpc>
                <a:spcPct val="100000"/>
              </a:lnSpc>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6000">
              <a:lnSpc>
                <a:spcPct val="100000"/>
              </a:lnSpc>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6000">
              <a:lnSpc>
                <a:spcPct val="100000"/>
              </a:lnSpc>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6000">
              <a:lnSpc>
                <a:spcPct val="100000"/>
              </a:lnSpc>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8F9D4B2-C704-47C0-9A1E-BD04F5BA81B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5680" cy="3085560"/>
          </a:xfrm>
          <a:prstGeom prst="rect">
            <a:avLst/>
          </a:prstGeom>
        </p:spPr>
      </p:sp>
      <p:sp>
        <p:nvSpPr>
          <p:cNvPr id="216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6000">
              <a:lnSpc>
                <a:spcPct val="100000"/>
              </a:lnSpc>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6000">
              <a:lnSpc>
                <a:spcPct val="100000"/>
              </a:lnSpc>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6000">
              <a:lnSpc>
                <a:spcPct val="100000"/>
              </a:lnSpc>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6000">
              <a:lnSpc>
                <a:spcPct val="100000"/>
              </a:lnSpc>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6000">
              <a:lnSpc>
                <a:spcPct val="100000"/>
              </a:lnSpc>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6000">
              <a:lnSpc>
                <a:spcPct val="100000"/>
              </a:lnSpc>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EFAF5BD-B91C-4956-968E-9E26F0B17FC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5680" cy="3085560"/>
          </a:xfrm>
          <a:prstGeom prst="rect">
            <a:avLst/>
          </a:prstGeom>
        </p:spPr>
      </p:sp>
      <p:sp>
        <p:nvSpPr>
          <p:cNvPr id="217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6000">
              <a:lnSpc>
                <a:spcPct val="100000"/>
              </a:lnSpc>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6000">
              <a:lnSpc>
                <a:spcPct val="100000"/>
              </a:lnSpc>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6000">
              <a:lnSpc>
                <a:spcPct val="100000"/>
              </a:lnSpc>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6000">
              <a:lnSpc>
                <a:spcPct val="100000"/>
              </a:lnSpc>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6000">
              <a:lnSpc>
                <a:spcPct val="100000"/>
              </a:lnSpc>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564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5E4C389-B86E-43B2-B6FC-6C69F6BAD3B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5680" cy="3085560"/>
          </a:xfrm>
          <a:prstGeom prst="rect">
            <a:avLst/>
          </a:prstGeom>
        </p:spPr>
      </p:sp>
      <p:sp>
        <p:nvSpPr>
          <p:cNvPr id="217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6000">
              <a:lnSpc>
                <a:spcPct val="100000"/>
              </a:lnSpc>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6000">
              <a:lnSpc>
                <a:spcPct val="100000"/>
              </a:lnSpc>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6000">
              <a:lnSpc>
                <a:spcPct val="100000"/>
              </a:lnSpc>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6000">
              <a:lnSpc>
                <a:spcPct val="100000"/>
              </a:lnSpc>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6000">
              <a:lnSpc>
                <a:spcPct val="100000"/>
              </a:lnSpc>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CDA868E-497D-4228-8F1D-3CBE812EC9C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5680" cy="3085560"/>
          </a:xfrm>
          <a:prstGeom prst="rect">
            <a:avLst/>
          </a:prstGeom>
        </p:spPr>
      </p:sp>
      <p:sp>
        <p:nvSpPr>
          <p:cNvPr id="217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6000">
              <a:lnSpc>
                <a:spcPct val="100000"/>
              </a:lnSpc>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6000">
              <a:lnSpc>
                <a:spcPct val="100000"/>
              </a:lnSpc>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6000">
              <a:lnSpc>
                <a:spcPct val="100000"/>
              </a:lnSpc>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6000">
              <a:lnSpc>
                <a:spcPct val="100000"/>
              </a:lnSpc>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6000">
              <a:lnSpc>
                <a:spcPct val="100000"/>
              </a:lnSpc>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564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7D75764-D2BE-4514-AED2-9A052DEF67F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5680" cy="3085560"/>
          </a:xfrm>
          <a:prstGeom prst="rect">
            <a:avLst/>
          </a:prstGeom>
        </p:spPr>
      </p:sp>
      <p:sp>
        <p:nvSpPr>
          <p:cNvPr id="218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6000">
              <a:lnSpc>
                <a:spcPct val="100000"/>
              </a:lnSpc>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6000">
              <a:lnSpc>
                <a:spcPct val="100000"/>
              </a:lnSpc>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6000">
              <a:lnSpc>
                <a:spcPct val="100000"/>
              </a:lnSpc>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6000">
              <a:lnSpc>
                <a:spcPct val="100000"/>
              </a:lnSpc>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6000">
              <a:lnSpc>
                <a:spcPct val="100000"/>
              </a:lnSpc>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2206260-CE06-446B-BD80-B9ACBBCC881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5680" cy="3085560"/>
          </a:xfrm>
          <a:prstGeom prst="rect">
            <a:avLst/>
          </a:prstGeom>
        </p:spPr>
      </p:sp>
      <p:sp>
        <p:nvSpPr>
          <p:cNvPr id="218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6000">
              <a:lnSpc>
                <a:spcPct val="100000"/>
              </a:lnSpc>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6000">
              <a:lnSpc>
                <a:spcPct val="100000"/>
              </a:lnSpc>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6000">
              <a:lnSpc>
                <a:spcPct val="100000"/>
              </a:lnSpc>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6000">
              <a:lnSpc>
                <a:spcPct val="100000"/>
              </a:lnSpc>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6000">
              <a:lnSpc>
                <a:spcPct val="100000"/>
              </a:lnSpc>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148DA99-D7C4-4A0C-8510-873D8B8B288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5680" cy="3085560"/>
          </a:xfrm>
          <a:prstGeom prst="rect">
            <a:avLst/>
          </a:prstGeom>
        </p:spPr>
      </p:sp>
      <p:sp>
        <p:nvSpPr>
          <p:cNvPr id="218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6000">
              <a:lnSpc>
                <a:spcPct val="100000"/>
              </a:lnSpc>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6000">
              <a:lnSpc>
                <a:spcPct val="100000"/>
              </a:lnSpc>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6000">
              <a:lnSpc>
                <a:spcPct val="100000"/>
              </a:lnSpc>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6000">
              <a:lnSpc>
                <a:spcPct val="100000"/>
              </a:lnSpc>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6000">
              <a:lnSpc>
                <a:spcPct val="100000"/>
              </a:lnSpc>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564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D10F030-497A-436D-960D-118763100D8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5680" cy="3085560"/>
          </a:xfrm>
          <a:prstGeom prst="rect">
            <a:avLst/>
          </a:prstGeom>
        </p:spPr>
      </p:sp>
      <p:sp>
        <p:nvSpPr>
          <p:cNvPr id="218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6000">
              <a:lnSpc>
                <a:spcPct val="100000"/>
              </a:lnSpc>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6000">
              <a:lnSpc>
                <a:spcPct val="100000"/>
              </a:lnSpc>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6000">
              <a:lnSpc>
                <a:spcPct val="100000"/>
              </a:lnSpc>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6000">
              <a:lnSpc>
                <a:spcPct val="100000"/>
              </a:lnSpc>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6000">
              <a:lnSpc>
                <a:spcPct val="100000"/>
              </a:lnSpc>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9CF4DC9-619E-499B-B77E-AC50B2589B2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5680" cy="3085560"/>
          </a:xfrm>
          <a:prstGeom prst="rect">
            <a:avLst/>
          </a:prstGeom>
        </p:spPr>
      </p:sp>
      <p:sp>
        <p:nvSpPr>
          <p:cNvPr id="219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6000">
              <a:lnSpc>
                <a:spcPct val="100000"/>
              </a:lnSpc>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6000">
              <a:lnSpc>
                <a:spcPct val="100000"/>
              </a:lnSpc>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6000">
              <a:lnSpc>
                <a:spcPct val="100000"/>
              </a:lnSpc>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6000">
              <a:lnSpc>
                <a:spcPct val="100000"/>
              </a:lnSpc>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6000">
              <a:lnSpc>
                <a:spcPct val="100000"/>
              </a:lnSpc>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6000">
              <a:lnSpc>
                <a:spcPct val="100000"/>
              </a:lnSpc>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564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58B9399-2ECF-4AD1-B3E6-7817A7CB35A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5680" cy="3085560"/>
          </a:xfrm>
          <a:prstGeom prst="rect">
            <a:avLst/>
          </a:prstGeom>
        </p:spPr>
      </p:sp>
      <p:sp>
        <p:nvSpPr>
          <p:cNvPr id="219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6000">
              <a:lnSpc>
                <a:spcPct val="100000"/>
              </a:lnSpc>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6000">
              <a:lnSpc>
                <a:spcPct val="100000"/>
              </a:lnSpc>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6000">
              <a:lnSpc>
                <a:spcPct val="100000"/>
              </a:lnSpc>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6000">
              <a:lnSpc>
                <a:spcPct val="100000"/>
              </a:lnSpc>
            </a:pPr>
            <a:r>
              <a:rPr b="0" lang="en-US" sz="2000" spc="-1" strike="noStrike">
                <a:latin typeface="Arial"/>
              </a:rPr>
              <a:t>- ¿Qué coste adicional tiene ahora un INSERT en dbo.Pedido? ¿Cómo lo medirías?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6000">
              <a:lnSpc>
                <a:spcPct val="100000"/>
              </a:lnSpc>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6000">
              <a:lnSpc>
                <a:spcPct val="100000"/>
              </a:lnSpc>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6000">
              <a:lnSpc>
                <a:spcPct val="100000"/>
              </a:lnSpc>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6000">
              <a:lnSpc>
                <a:spcPct val="100000"/>
              </a:lnSpc>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6000">
              <a:lnSpc>
                <a:spcPct val="100000"/>
              </a:lnSpc>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6000">
              <a:lnSpc>
                <a:spcPct val="100000"/>
              </a:lnSpc>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6000">
              <a:lnSpc>
                <a:spcPct val="100000"/>
              </a:lnSpc>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6000">
              <a:lnSpc>
                <a:spcPct val="100000"/>
              </a:lnSpc>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6000">
              <a:lnSpc>
                <a:spcPct val="100000"/>
              </a:lnSpc>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EF3C82C-67BA-4602-AD9D-97D786F788C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5680" cy="3085560"/>
          </a:xfrm>
          <a:prstGeom prst="rect">
            <a:avLst/>
          </a:prstGeom>
        </p:spPr>
      </p:sp>
      <p:sp>
        <p:nvSpPr>
          <p:cNvPr id="219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6000">
              <a:lnSpc>
                <a:spcPct val="100000"/>
              </a:lnSpc>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6000">
              <a:lnSpc>
                <a:spcPct val="100000"/>
              </a:lnSpc>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6000">
              <a:lnSpc>
                <a:spcPct val="100000"/>
              </a:lnSpc>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6000">
              <a:lnSpc>
                <a:spcPct val="100000"/>
              </a:lnSpc>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6000">
              <a:lnSpc>
                <a:spcPct val="100000"/>
              </a:lnSpc>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6000">
              <a:lnSpc>
                <a:spcPct val="100000"/>
              </a:lnSpc>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6000">
              <a:lnSpc>
                <a:spcPct val="100000"/>
              </a:lnSpc>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6000">
              <a:lnSpc>
                <a:spcPct val="100000"/>
              </a:lnSpc>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6000">
              <a:lnSpc>
                <a:spcPct val="100000"/>
              </a:lnSpc>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6000">
              <a:lnSpc>
                <a:spcPct val="100000"/>
              </a:lnSpc>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CE635EF-03D5-40B4-98BF-A99B77EE1E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5680" cy="3085560"/>
          </a:xfrm>
          <a:prstGeom prst="rect">
            <a:avLst/>
          </a:prstGeom>
        </p:spPr>
      </p:sp>
      <p:sp>
        <p:nvSpPr>
          <p:cNvPr id="220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6000">
              <a:lnSpc>
                <a:spcPct val="100000"/>
              </a:lnSpc>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6000">
              <a:lnSpc>
                <a:spcPct val="100000"/>
              </a:lnSpc>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6000">
              <a:lnSpc>
                <a:spcPct val="100000"/>
              </a:lnSpc>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6000">
              <a:lnSpc>
                <a:spcPct val="100000"/>
              </a:lnSpc>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6000">
              <a:lnSpc>
                <a:spcPct val="100000"/>
              </a:lnSpc>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6000">
              <a:lnSpc>
                <a:spcPct val="100000"/>
              </a:lnSpc>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6000">
              <a:lnSpc>
                <a:spcPct val="100000"/>
              </a:lnSpc>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6000">
              <a:lnSpc>
                <a:spcPct val="100000"/>
              </a:lnSpc>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6000">
              <a:lnSpc>
                <a:spcPct val="100000"/>
              </a:lnSpc>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6000">
              <a:lnSpc>
                <a:spcPct val="100000"/>
              </a:lnSpc>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38814CC-703C-4100-9C4F-836CFBCCD85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5680" cy="3085560"/>
          </a:xfrm>
          <a:prstGeom prst="rect">
            <a:avLst/>
          </a:prstGeom>
        </p:spPr>
      </p:sp>
      <p:sp>
        <p:nvSpPr>
          <p:cNvPr id="220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6000">
              <a:lnSpc>
                <a:spcPct val="100000"/>
              </a:lnSpc>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6000">
              <a:lnSpc>
                <a:spcPct val="100000"/>
              </a:lnSpc>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6000">
              <a:lnSpc>
                <a:spcPct val="100000"/>
              </a:lnSpc>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6000">
              <a:lnSpc>
                <a:spcPct val="100000"/>
              </a:lnSpc>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6000">
              <a:lnSpc>
                <a:spcPct val="100000"/>
              </a:lnSpc>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E5C1DD4-8BF7-42FD-9DE3-111112091D1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5680" cy="3085560"/>
          </a:xfrm>
          <a:prstGeom prst="rect">
            <a:avLst/>
          </a:prstGeom>
        </p:spPr>
      </p:sp>
      <p:sp>
        <p:nvSpPr>
          <p:cNvPr id="220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6000">
              <a:lnSpc>
                <a:spcPct val="100000"/>
              </a:lnSpc>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6000">
              <a:lnSpc>
                <a:spcPct val="100000"/>
              </a:lnSpc>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6000">
              <a:lnSpc>
                <a:spcPct val="100000"/>
              </a:lnSpc>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6000">
              <a:lnSpc>
                <a:spcPct val="100000"/>
              </a:lnSpc>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564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2DF4F73-6890-4C83-BBA5-0F08888C5F3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5680" cy="3085560"/>
          </a:xfrm>
          <a:prstGeom prst="rect">
            <a:avLst/>
          </a:prstGeom>
        </p:spPr>
      </p:sp>
      <p:sp>
        <p:nvSpPr>
          <p:cNvPr id="221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6000">
              <a:lnSpc>
                <a:spcPct val="100000"/>
              </a:lnSpc>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6000">
              <a:lnSpc>
                <a:spcPct val="100000"/>
              </a:lnSpc>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6000">
              <a:lnSpc>
                <a:spcPct val="100000"/>
              </a:lnSpc>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6000">
              <a:lnSpc>
                <a:spcPct val="100000"/>
              </a:lnSpc>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6000">
              <a:lnSpc>
                <a:spcPct val="100000"/>
              </a:lnSpc>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6000">
              <a:lnSpc>
                <a:spcPct val="100000"/>
              </a:lnSpc>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564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D597B43-638C-4BAB-BD8E-EAFA1BE4CFF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5680" cy="3085560"/>
          </a:xfrm>
          <a:prstGeom prst="rect">
            <a:avLst/>
          </a:prstGeom>
        </p:spPr>
      </p:sp>
      <p:sp>
        <p:nvSpPr>
          <p:cNvPr id="221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6000">
              <a:lnSpc>
                <a:spcPct val="100000"/>
              </a:lnSpc>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6000">
              <a:lnSpc>
                <a:spcPct val="100000"/>
              </a:lnSpc>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6000">
              <a:lnSpc>
                <a:spcPct val="100000"/>
              </a:lnSpc>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6000">
              <a:lnSpc>
                <a:spcPct val="100000"/>
              </a:lnSpc>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6000">
              <a:lnSpc>
                <a:spcPct val="100000"/>
              </a:lnSpc>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6000">
              <a:lnSpc>
                <a:spcPct val="100000"/>
              </a:lnSpc>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564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B170C21-BFAB-4EEE-8BDB-7693D10C0B0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5680" cy="3085560"/>
          </a:xfrm>
          <a:prstGeom prst="rect">
            <a:avLst/>
          </a:prstGeom>
        </p:spPr>
      </p:sp>
      <p:sp>
        <p:nvSpPr>
          <p:cNvPr id="221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6000">
              <a:lnSpc>
                <a:spcPct val="100000"/>
              </a:lnSpc>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6000">
              <a:lnSpc>
                <a:spcPct val="100000"/>
              </a:lnSpc>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6000">
              <a:lnSpc>
                <a:spcPct val="100000"/>
              </a:lnSpc>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6000">
              <a:lnSpc>
                <a:spcPct val="100000"/>
              </a:lnSpc>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6000">
              <a:lnSpc>
                <a:spcPct val="100000"/>
              </a:lnSpc>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6000">
              <a:lnSpc>
                <a:spcPct val="100000"/>
              </a:lnSpc>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6000">
              <a:lnSpc>
                <a:spcPct val="100000"/>
              </a:lnSpc>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564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B32FAD6-0F35-4957-8969-20062C8E06C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5680" cy="3085560"/>
          </a:xfrm>
          <a:prstGeom prst="rect">
            <a:avLst/>
          </a:prstGeom>
        </p:spPr>
      </p:sp>
      <p:sp>
        <p:nvSpPr>
          <p:cNvPr id="221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6000">
              <a:lnSpc>
                <a:spcPct val="100000"/>
              </a:lnSpc>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6000">
              <a:lnSpc>
                <a:spcPct val="100000"/>
              </a:lnSpc>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6000">
              <a:lnSpc>
                <a:spcPct val="100000"/>
              </a:lnSpc>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6000">
              <a:lnSpc>
                <a:spcPct val="100000"/>
              </a:lnSpc>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6000">
              <a:lnSpc>
                <a:spcPct val="100000"/>
              </a:lnSpc>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6000">
              <a:lnSpc>
                <a:spcPct val="100000"/>
              </a:lnSpc>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34D489E-E0E8-4856-AAEA-3CB1F7FB984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5680" cy="3085560"/>
          </a:xfrm>
          <a:prstGeom prst="rect">
            <a:avLst/>
          </a:prstGeom>
        </p:spPr>
      </p:sp>
      <p:sp>
        <p:nvSpPr>
          <p:cNvPr id="222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6000">
              <a:lnSpc>
                <a:spcPct val="100000"/>
              </a:lnSpc>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6000">
              <a:lnSpc>
                <a:spcPct val="100000"/>
              </a:lnSpc>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6000">
              <a:lnSpc>
                <a:spcPct val="100000"/>
              </a:lnSpc>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6000">
              <a:lnSpc>
                <a:spcPct val="100000"/>
              </a:lnSpc>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6000">
              <a:lnSpc>
                <a:spcPct val="100000"/>
              </a:lnSpc>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6000">
              <a:lnSpc>
                <a:spcPct val="100000"/>
              </a:lnSpc>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6000">
              <a:lnSpc>
                <a:spcPct val="100000"/>
              </a:lnSpc>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76B23F6-7996-468D-87F9-895A088D182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5680" cy="3085560"/>
          </a:xfrm>
          <a:prstGeom prst="rect">
            <a:avLst/>
          </a:prstGeom>
        </p:spPr>
      </p:sp>
      <p:sp>
        <p:nvSpPr>
          <p:cNvPr id="222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6000">
              <a:lnSpc>
                <a:spcPct val="100000"/>
              </a:lnSpc>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6000">
              <a:lnSpc>
                <a:spcPct val="100000"/>
              </a:lnSpc>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6000">
              <a:lnSpc>
                <a:spcPct val="100000"/>
              </a:lnSpc>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6000">
              <a:lnSpc>
                <a:spcPct val="100000"/>
              </a:lnSpc>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6000">
              <a:lnSpc>
                <a:spcPct val="100000"/>
              </a:lnSpc>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backup WITH CHECKSUM no sustituye a DBCC CHECKDB?</a:t>
            </a:r>
            <a:endParaRPr b="0" lang="es-ES" sz="2000" spc="-1" strike="noStrike">
              <a:latin typeface="Arial"/>
            </a:endParaRPr>
          </a:p>
          <a:p>
            <a:pPr marL="216000" indent="-216000">
              <a:lnSpc>
                <a:spcPct val="100000"/>
              </a:lnSpc>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564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1BD92D-F9C6-4E6C-8966-376D9BBBBEE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5680" cy="3085560"/>
          </a:xfrm>
          <a:prstGeom prst="rect">
            <a:avLst/>
          </a:prstGeom>
        </p:spPr>
      </p:sp>
      <p:sp>
        <p:nvSpPr>
          <p:cNvPr id="222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6000">
              <a:lnSpc>
                <a:spcPct val="100000"/>
              </a:lnSpc>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6000">
              <a:lnSpc>
                <a:spcPct val="100000"/>
              </a:lnSpc>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6000">
              <a:lnSpc>
                <a:spcPct val="100000"/>
              </a:lnSpc>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6000">
              <a:lnSpc>
                <a:spcPct val="100000"/>
              </a:lnSpc>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6000">
              <a:lnSpc>
                <a:spcPct val="100000"/>
              </a:lnSpc>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6000">
              <a:lnSpc>
                <a:spcPct val="100000"/>
              </a:lnSpc>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564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62994AA-AADA-4C0D-8330-002406412C5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5680" cy="3085560"/>
          </a:xfrm>
          <a:prstGeom prst="rect">
            <a:avLst/>
          </a:prstGeom>
        </p:spPr>
      </p:sp>
      <p:sp>
        <p:nvSpPr>
          <p:cNvPr id="223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6000">
              <a:lnSpc>
                <a:spcPct val="100000"/>
              </a:lnSpc>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6000">
              <a:lnSpc>
                <a:spcPct val="100000"/>
              </a:lnSpc>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6000">
              <a:lnSpc>
                <a:spcPct val="100000"/>
              </a:lnSpc>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6000">
              <a:lnSpc>
                <a:spcPct val="100000"/>
              </a:lnSpc>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6000">
              <a:lnSpc>
                <a:spcPct val="100000"/>
              </a:lnSpc>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6000">
              <a:lnSpc>
                <a:spcPct val="100000"/>
              </a:lnSpc>
            </a:pPr>
            <a:r>
              <a:rPr b="0" lang="en-US" sz="2000" spc="-1" strike="noStrike">
                <a:latin typeface="Arial"/>
              </a:rPr>
              <a:t>- ¿Cómo te enterarías de que un job de backup lleva tres noches sin ejecutarse?</a:t>
            </a:r>
            <a:endParaRPr b="0" lang="es-ES" sz="2000" spc="-1" strike="noStrike">
              <a:latin typeface="Arial"/>
            </a:endParaRPr>
          </a:p>
          <a:p>
            <a:pPr marL="216000" indent="-21564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A387241-6801-4CAA-8243-031A6481930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5680" cy="3085560"/>
          </a:xfrm>
          <a:prstGeom prst="rect">
            <a:avLst/>
          </a:prstGeom>
        </p:spPr>
      </p:sp>
      <p:sp>
        <p:nvSpPr>
          <p:cNvPr id="223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6000">
              <a:lnSpc>
                <a:spcPct val="100000"/>
              </a:lnSpc>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6000">
              <a:lnSpc>
                <a:spcPct val="100000"/>
              </a:lnSpc>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6000">
              <a:lnSpc>
                <a:spcPct val="100000"/>
              </a:lnSpc>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6000">
              <a:lnSpc>
                <a:spcPct val="100000"/>
              </a:lnSpc>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6000">
              <a:lnSpc>
                <a:spcPct val="100000"/>
              </a:lnSpc>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6000">
              <a:lnSpc>
                <a:spcPct val="100000"/>
              </a:lnSpc>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564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DD1C871-8F1E-4D2F-A02A-312E241C281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5680" cy="3085560"/>
          </a:xfrm>
          <a:prstGeom prst="rect">
            <a:avLst/>
          </a:prstGeom>
        </p:spPr>
      </p:sp>
      <p:sp>
        <p:nvSpPr>
          <p:cNvPr id="223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6000">
              <a:lnSpc>
                <a:spcPct val="100000"/>
              </a:lnSpc>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6000">
              <a:lnSpc>
                <a:spcPct val="100000"/>
              </a:lnSpc>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6000">
              <a:lnSpc>
                <a:spcPct val="100000"/>
              </a:lnSpc>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6000">
              <a:lnSpc>
                <a:spcPct val="100000"/>
              </a:lnSpc>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6000">
              <a:lnSpc>
                <a:spcPct val="100000"/>
              </a:lnSpc>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6000">
              <a:lnSpc>
                <a:spcPct val="100000"/>
              </a:lnSpc>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B765827-4077-41DE-99C6-FF7B8FD7B12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5680" cy="3085560"/>
          </a:xfrm>
          <a:prstGeom prst="rect">
            <a:avLst/>
          </a:prstGeom>
        </p:spPr>
      </p:sp>
      <p:sp>
        <p:nvSpPr>
          <p:cNvPr id="224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6000">
              <a:lnSpc>
                <a:spcPct val="100000"/>
              </a:lnSpc>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6000">
              <a:lnSpc>
                <a:spcPct val="100000"/>
              </a:lnSpc>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6000">
              <a:lnSpc>
                <a:spcPct val="100000"/>
              </a:lnSpc>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6000">
              <a:lnSpc>
                <a:spcPct val="100000"/>
              </a:lnSpc>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6000">
              <a:lnSpc>
                <a:spcPct val="100000"/>
              </a:lnSpc>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6000">
              <a:lnSpc>
                <a:spcPct val="100000"/>
              </a:lnSpc>
            </a:pPr>
            <a:r>
              <a:rPr b="0" lang="en-US" sz="2000" spc="-1" strike="noStrike">
                <a:latin typeface="Arial"/>
              </a:rPr>
              <a:t>- ¿Qué gana y qué pierde Ventas al activar RCSI? ¿Quién paga el coste?</a:t>
            </a:r>
            <a:endParaRPr b="0" lang="es-ES" sz="2000" spc="-1" strike="noStrike">
              <a:latin typeface="Arial"/>
            </a:endParaRPr>
          </a:p>
          <a:p>
            <a:pPr marL="216000" indent="-21564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87B3C5F-A29F-4E3D-962C-EE93A6A665D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5680" cy="3085560"/>
          </a:xfrm>
          <a:prstGeom prst="rect">
            <a:avLst/>
          </a:prstGeom>
        </p:spPr>
      </p:sp>
      <p:sp>
        <p:nvSpPr>
          <p:cNvPr id="224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6000">
              <a:lnSpc>
                <a:spcPct val="100000"/>
              </a:lnSpc>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6000">
              <a:lnSpc>
                <a:spcPct val="100000"/>
              </a:lnSpc>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6000">
              <a:lnSpc>
                <a:spcPct val="100000"/>
              </a:lnSpc>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6000">
              <a:lnSpc>
                <a:spcPct val="100000"/>
              </a:lnSpc>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6000">
              <a:lnSpc>
                <a:spcPct val="100000"/>
              </a:lnSpc>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79C6B16-101F-4B07-9322-AAB624E202B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5680" cy="3085560"/>
          </a:xfrm>
          <a:prstGeom prst="rect">
            <a:avLst/>
          </a:prstGeom>
        </p:spPr>
      </p:sp>
      <p:sp>
        <p:nvSpPr>
          <p:cNvPr id="224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6000">
              <a:lnSpc>
                <a:spcPct val="100000"/>
              </a:lnSpc>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6000">
              <a:lnSpc>
                <a:spcPct val="100000"/>
              </a:lnSpc>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6000">
              <a:lnSpc>
                <a:spcPct val="100000"/>
              </a:lnSpc>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6000">
              <a:lnSpc>
                <a:spcPct val="100000"/>
              </a:lnSpc>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6000">
              <a:lnSpc>
                <a:spcPct val="100000"/>
              </a:lnSpc>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564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0B24792-1823-44E4-9E64-30447F700C7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5680" cy="3085560"/>
          </a:xfrm>
          <a:prstGeom prst="rect">
            <a:avLst/>
          </a:prstGeom>
        </p:spPr>
      </p:sp>
      <p:sp>
        <p:nvSpPr>
          <p:cNvPr id="224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6000">
              <a:lnSpc>
                <a:spcPct val="100000"/>
              </a:lnSpc>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6000">
              <a:lnSpc>
                <a:spcPct val="100000"/>
              </a:lnSpc>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6000">
              <a:lnSpc>
                <a:spcPct val="100000"/>
              </a:lnSpc>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6000">
              <a:lnSpc>
                <a:spcPct val="100000"/>
              </a:lnSpc>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6000">
              <a:lnSpc>
                <a:spcPct val="100000"/>
              </a:lnSpc>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564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A314F9B-2197-45BE-A8C4-AF4044ABE35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5680" cy="3085560"/>
          </a:xfrm>
          <a:prstGeom prst="rect">
            <a:avLst/>
          </a:prstGeom>
        </p:spPr>
      </p:sp>
      <p:sp>
        <p:nvSpPr>
          <p:cNvPr id="225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6000">
              <a:lnSpc>
                <a:spcPct val="100000"/>
              </a:lnSpc>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6000">
              <a:lnSpc>
                <a:spcPct val="100000"/>
              </a:lnSpc>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6000">
              <a:lnSpc>
                <a:spcPct val="100000"/>
              </a:lnSpc>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6000">
              <a:lnSpc>
                <a:spcPct val="100000"/>
              </a:lnSpc>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6000">
              <a:lnSpc>
                <a:spcPct val="100000"/>
              </a:lnSpc>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se lanza BACKUP LOG antes del primer Full? ¿Por qué?</a:t>
            </a:r>
            <a:endParaRPr b="0" lang="es-ES" sz="2000" spc="-1" strike="noStrike">
              <a:latin typeface="Arial"/>
            </a:endParaRPr>
          </a:p>
          <a:p>
            <a:pPr marL="216000" indent="-216000">
              <a:lnSpc>
                <a:spcPct val="100000"/>
              </a:lnSpc>
            </a:pPr>
            <a:r>
              <a:rPr b="0" lang="en-US" sz="2000" spc="-1" strike="noStrike">
                <a:latin typeface="Arial"/>
              </a:rPr>
              <a:t>- ¿Qué contiene el diferencial respecto del log backup anterior?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6000">
              <a:lnSpc>
                <a:spcPct val="100000"/>
              </a:lnSpc>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6000">
              <a:lnSpc>
                <a:spcPct val="100000"/>
              </a:lnSpc>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6000">
              <a:lnSpc>
                <a:spcPct val="100000"/>
              </a:lnSpc>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6000">
              <a:lnSpc>
                <a:spcPct val="100000"/>
              </a:lnSpc>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DA52874-E16B-4BAD-9D22-67E3B1710CC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5680" cy="3085560"/>
          </a:xfrm>
          <a:prstGeom prst="rect">
            <a:avLst/>
          </a:prstGeom>
        </p:spPr>
      </p:sp>
      <p:sp>
        <p:nvSpPr>
          <p:cNvPr id="225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6000">
              <a:lnSpc>
                <a:spcPct val="100000"/>
              </a:lnSpc>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6000">
              <a:lnSpc>
                <a:spcPct val="100000"/>
              </a:lnSpc>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6000">
              <a:lnSpc>
                <a:spcPct val="100000"/>
              </a:lnSpc>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6000">
              <a:lnSpc>
                <a:spcPct val="100000"/>
              </a:lnSpc>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hay que hacer el tail-log ANTES de empezar a restaurar?</a:t>
            </a:r>
            <a:endParaRPr b="0" lang="es-ES" sz="2000" spc="-1" strike="noStrike">
              <a:latin typeface="Arial"/>
            </a:endParaRPr>
          </a:p>
          <a:p>
            <a:pPr marL="216000" indent="-216000">
              <a:lnSpc>
                <a:spcPct val="100000"/>
              </a:lnSpc>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6000">
              <a:lnSpc>
                <a:spcPct val="100000"/>
              </a:lnSpc>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6000">
              <a:lnSpc>
                <a:spcPct val="100000"/>
              </a:lnSpc>
            </a:pPr>
            <a:r>
              <a:rPr b="0" lang="en-US" sz="2000" spc="-1" strike="noStrike">
                <a:latin typeface="Arial"/>
              </a:rPr>
              <a:t>- Paso 3: ejecutar el «accidente»: DELETE FROM dbo.Pedido; y comprobar COUNT(*) = 0.</a:t>
            </a:r>
            <a:endParaRPr b="0" lang="es-ES" sz="2000" spc="-1" strike="noStrike">
              <a:latin typeface="Arial"/>
            </a:endParaRPr>
          </a:p>
          <a:p>
            <a:pPr marL="216000" indent="-216000">
              <a:lnSpc>
                <a:spcPct val="100000"/>
              </a:lnSpc>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6000">
              <a:lnSpc>
                <a:spcPct val="100000"/>
              </a:lnSpc>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EC3D436-C9F5-4BC6-8280-2CBBFFB9354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5680" cy="3085560"/>
          </a:xfrm>
          <a:prstGeom prst="rect">
            <a:avLst/>
          </a:prstGeom>
        </p:spPr>
      </p:sp>
      <p:sp>
        <p:nvSpPr>
          <p:cNvPr id="225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6000">
              <a:lnSpc>
                <a:spcPct val="100000"/>
              </a:lnSpc>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6000">
              <a:lnSpc>
                <a:spcPct val="100000"/>
              </a:lnSpc>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6000">
              <a:lnSpc>
                <a:spcPct val="100000"/>
              </a:lnSpc>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6000">
              <a:lnSpc>
                <a:spcPct val="100000"/>
              </a:lnSpc>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6000">
              <a:lnSpc>
                <a:spcPct val="100000"/>
              </a:lnSpc>
            </a:pPr>
            <a:r>
              <a:rPr b="0" lang="en-US" sz="2000" spc="-1" strike="noStrike">
                <a:latin typeface="Arial"/>
              </a:rPr>
              <a:t>- Si el COUNT(*) es menor que el baseline, ¿qué hipótesis comprobarías primero?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6000">
              <a:lnSpc>
                <a:spcPct val="100000"/>
              </a:lnSpc>
            </a:pPr>
            <a:r>
              <a:rPr b="0" lang="en-US" sz="2000" spc="-1" strike="noStrike">
                <a:latin typeface="Arial"/>
              </a:rPr>
              <a:t>- Paso 2: RESTORE DATABASE Ventas FROM DISK = Ventas_L4_DIFF.bak WITH NORECOVERY.</a:t>
            </a:r>
            <a:endParaRPr b="0" lang="es-ES" sz="2000" spc="-1" strike="noStrike">
              <a:latin typeface="Arial"/>
            </a:endParaRPr>
          </a:p>
          <a:p>
            <a:pPr marL="216000" indent="-216000">
              <a:lnSpc>
                <a:spcPct val="100000"/>
              </a:lnSpc>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6000">
              <a:lnSpc>
                <a:spcPct val="100000"/>
              </a:lnSpc>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6000">
              <a:lnSpc>
                <a:spcPct val="100000"/>
              </a:lnSpc>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6000">
              <a:lnSpc>
                <a:spcPct val="100000"/>
              </a:lnSpc>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70034B4-E60C-4A46-89E8-88BEB29CFF9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5680" cy="3085560"/>
          </a:xfrm>
          <a:prstGeom prst="rect">
            <a:avLst/>
          </a:prstGeom>
        </p:spPr>
      </p:sp>
      <p:sp>
        <p:nvSpPr>
          <p:cNvPr id="226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6000">
              <a:lnSpc>
                <a:spcPct val="100000"/>
              </a:lnSpc>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6000">
              <a:lnSpc>
                <a:spcPct val="100000"/>
              </a:lnSpc>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6000">
              <a:lnSpc>
                <a:spcPct val="100000"/>
              </a:lnSpc>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6000">
              <a:lnSpc>
                <a:spcPct val="100000"/>
              </a:lnSpc>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6000">
              <a:lnSpc>
                <a:spcPct val="100000"/>
              </a:lnSpc>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6000">
              <a:lnSpc>
                <a:spcPct val="100000"/>
              </a:lnSpc>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6000">
              <a:lnSpc>
                <a:spcPct val="100000"/>
              </a:lnSpc>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6000">
              <a:lnSpc>
                <a:spcPct val="100000"/>
              </a:lnSpc>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6000">
              <a:lnSpc>
                <a:spcPct val="100000"/>
              </a:lnSpc>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6000">
              <a:lnSpc>
                <a:spcPct val="100000"/>
              </a:lnSpc>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6000">
              <a:lnSpc>
                <a:spcPct val="100000"/>
              </a:lnSpc>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6000">
              <a:lnSpc>
                <a:spcPct val="100000"/>
              </a:lnSpc>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E826E2D-78D9-43FF-9E32-BC4B63681D7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5680" cy="3085560"/>
          </a:xfrm>
          <a:prstGeom prst="rect">
            <a:avLst/>
          </a:prstGeom>
        </p:spPr>
      </p:sp>
      <p:sp>
        <p:nvSpPr>
          <p:cNvPr id="226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6000">
              <a:lnSpc>
                <a:spcPct val="100000"/>
              </a:lnSpc>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6000">
              <a:lnSpc>
                <a:spcPct val="100000"/>
              </a:lnSpc>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6000">
              <a:lnSpc>
                <a:spcPct val="100000"/>
              </a:lnSpc>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6000">
              <a:lnSpc>
                <a:spcPct val="100000"/>
              </a:lnSpc>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6000">
              <a:lnSpc>
                <a:spcPct val="100000"/>
              </a:lnSpc>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564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CC8A302-5B10-4216-8DD2-953BEB3ADB9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5680" cy="3085560"/>
          </a:xfrm>
          <a:prstGeom prst="rect">
            <a:avLst/>
          </a:prstGeom>
        </p:spPr>
      </p:sp>
      <p:sp>
        <p:nvSpPr>
          <p:cNvPr id="226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6000">
              <a:lnSpc>
                <a:spcPct val="100000"/>
              </a:lnSpc>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6000">
              <a:lnSpc>
                <a:spcPct val="100000"/>
              </a:lnSpc>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6000">
              <a:lnSpc>
                <a:spcPct val="100000"/>
              </a:lnSpc>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6000">
              <a:lnSpc>
                <a:spcPct val="100000"/>
              </a:lnSpc>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6000">
              <a:lnSpc>
                <a:spcPct val="100000"/>
              </a:lnSpc>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A401E88-1A1D-4072-86B4-05A8905F6E3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editar el formato del 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4160" cy="475416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5440" cy="356544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2400" cy="210240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50840" cy="1050840"/>
          </a:xfrm>
          <a:prstGeom prst="rect">
            <a:avLst/>
          </a:prstGeom>
          <a:ln>
            <a:noFill/>
          </a:ln>
        </p:spPr>
      </p:pic>
      <p:sp>
        <p:nvSpPr>
          <p:cNvPr id="48" name="CustomShape 4"/>
          <p:cNvSpPr/>
          <p:nvPr/>
        </p:nvSpPr>
        <p:spPr>
          <a:xfrm>
            <a:off x="7498080" y="1143000"/>
            <a:ext cx="639360" cy="63936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9320" cy="319320"/>
          </a:xfrm>
          <a:prstGeom prst="rect">
            <a:avLst/>
          </a:prstGeom>
          <a:ln>
            <a:noFill/>
          </a:ln>
        </p:spPr>
      </p:pic>
      <p:sp>
        <p:nvSpPr>
          <p:cNvPr id="50" name="CustomShape 5"/>
          <p:cNvSpPr/>
          <p:nvPr/>
        </p:nvSpPr>
        <p:spPr>
          <a:xfrm>
            <a:off x="10972800" y="1417320"/>
            <a:ext cx="639360" cy="63936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9320" cy="319320"/>
          </a:xfrm>
          <a:prstGeom prst="rect">
            <a:avLst/>
          </a:prstGeom>
          <a:ln>
            <a:noFill/>
          </a:ln>
        </p:spPr>
      </p:pic>
      <p:sp>
        <p:nvSpPr>
          <p:cNvPr id="52" name="CustomShape 6"/>
          <p:cNvSpPr/>
          <p:nvPr/>
        </p:nvSpPr>
        <p:spPr>
          <a:xfrm>
            <a:off x="7818120" y="4709160"/>
            <a:ext cx="639360" cy="63936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9320" cy="319320"/>
          </a:xfrm>
          <a:prstGeom prst="rect">
            <a:avLst/>
          </a:prstGeom>
          <a:ln>
            <a:noFill/>
          </a:ln>
        </p:spPr>
      </p:pic>
      <p:sp>
        <p:nvSpPr>
          <p:cNvPr id="54" name="CustomShape 7"/>
          <p:cNvSpPr/>
          <p:nvPr/>
        </p:nvSpPr>
        <p:spPr>
          <a:xfrm>
            <a:off x="10835640" y="4617720"/>
            <a:ext cx="639360" cy="63936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9320" cy="319320"/>
          </a:xfrm>
          <a:prstGeom prst="rect">
            <a:avLst/>
          </a:prstGeom>
          <a:ln>
            <a:noFill/>
          </a:ln>
        </p:spPr>
      </p:pic>
      <p:sp>
        <p:nvSpPr>
          <p:cNvPr id="56" name="CustomShape 8"/>
          <p:cNvSpPr/>
          <p:nvPr/>
        </p:nvSpPr>
        <p:spPr>
          <a:xfrm>
            <a:off x="731520" y="1463040"/>
            <a:ext cx="292536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400080" cy="2010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7200" cy="91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5440" cy="173664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9360" cy="255960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7920" cy="54792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3600" cy="273600"/>
          </a:xfrm>
          <a:prstGeom prst="rect">
            <a:avLst/>
          </a:prstGeom>
          <a:ln>
            <a:noFill/>
          </a:ln>
        </p:spPr>
      </p:pic>
      <p:sp>
        <p:nvSpPr>
          <p:cNvPr id="83" name="CustomShape 22"/>
          <p:cNvSpPr/>
          <p:nvPr/>
        </p:nvSpPr>
        <p:spPr>
          <a:xfrm>
            <a:off x="14630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9360" cy="255960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7920" cy="54792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3600" cy="273600"/>
          </a:xfrm>
          <a:prstGeom prst="rect">
            <a:avLst/>
          </a:prstGeom>
          <a:ln>
            <a:noFill/>
          </a:ln>
        </p:spPr>
      </p:pic>
      <p:sp>
        <p:nvSpPr>
          <p:cNvPr id="88" name="CustomShape 26"/>
          <p:cNvSpPr/>
          <p:nvPr/>
        </p:nvSpPr>
        <p:spPr>
          <a:xfrm>
            <a:off x="71474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3600" cy="273600"/>
          </a:xfrm>
          <a:prstGeom prst="rect">
            <a:avLst/>
          </a:prstGeom>
          <a:ln>
            <a:noFill/>
          </a:ln>
        </p:spPr>
      </p:pic>
      <p:sp>
        <p:nvSpPr>
          <p:cNvPr id="9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3600" cy="273600"/>
          </a:xfrm>
          <a:prstGeom prst="rect">
            <a:avLst/>
          </a:prstGeom>
          <a:ln>
            <a:noFill/>
          </a:ln>
        </p:spPr>
      </p:pic>
      <p:sp>
        <p:nvSpPr>
          <p:cNvPr id="10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3600" cy="273600"/>
          </a:xfrm>
          <a:prstGeom prst="rect">
            <a:avLst/>
          </a:prstGeom>
          <a:ln>
            <a:noFill/>
          </a:ln>
        </p:spPr>
      </p:pic>
      <p:sp>
        <p:nvSpPr>
          <p:cNvPr id="10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3760" cy="91368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6480" cy="45648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7880" cy="227880"/>
          </a:xfrm>
          <a:prstGeom prst="rect">
            <a:avLst/>
          </a:prstGeom>
          <a:ln>
            <a:noFill/>
          </a:ln>
        </p:spPr>
      </p:pic>
      <p:sp>
        <p:nvSpPr>
          <p:cNvPr id="112" name="CustomShape 19"/>
          <p:cNvSpPr/>
          <p:nvPr/>
        </p:nvSpPr>
        <p:spPr>
          <a:xfrm>
            <a:off x="1371600" y="457200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3760" cy="91368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7880" cy="227880"/>
          </a:xfrm>
          <a:prstGeom prst="rect">
            <a:avLst/>
          </a:prstGeom>
          <a:ln>
            <a:noFill/>
          </a:ln>
        </p:spPr>
      </p:pic>
      <p:sp>
        <p:nvSpPr>
          <p:cNvPr id="116" name="CustomShape 22"/>
          <p:cNvSpPr/>
          <p:nvPr/>
        </p:nvSpPr>
        <p:spPr>
          <a:xfrm>
            <a:off x="1371600" y="521208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9360" cy="63936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9320" cy="319320"/>
          </a:xfrm>
          <a:prstGeom prst="rect">
            <a:avLst/>
          </a:prstGeom>
          <a:ln>
            <a:noFill/>
          </a:ln>
        </p:spPr>
      </p:pic>
      <p:sp>
        <p:nvSpPr>
          <p:cNvPr id="124" name="CustomShape 7"/>
          <p:cNvSpPr/>
          <p:nvPr/>
        </p:nvSpPr>
        <p:spPr>
          <a:xfrm>
            <a:off x="1645920" y="16916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9360" cy="63936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9320" cy="319320"/>
          </a:xfrm>
          <a:prstGeom prst="rect">
            <a:avLst/>
          </a:prstGeom>
          <a:ln>
            <a:noFill/>
          </a:ln>
        </p:spPr>
      </p:pic>
      <p:sp>
        <p:nvSpPr>
          <p:cNvPr id="128" name="CustomShape 10"/>
          <p:cNvSpPr/>
          <p:nvPr/>
        </p:nvSpPr>
        <p:spPr>
          <a:xfrm>
            <a:off x="1645920" y="32918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9360" cy="63936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9320" cy="319320"/>
          </a:xfrm>
          <a:prstGeom prst="rect">
            <a:avLst/>
          </a:prstGeom>
          <a:ln>
            <a:noFill/>
          </a:ln>
        </p:spPr>
      </p:pic>
      <p:sp>
        <p:nvSpPr>
          <p:cNvPr id="132" name="CustomShape 13"/>
          <p:cNvSpPr/>
          <p:nvPr/>
        </p:nvSpPr>
        <p:spPr>
          <a:xfrm>
            <a:off x="1645920" y="48920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30160" cy="310824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4400" cy="2651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30160" cy="118800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6480" cy="45648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7880" cy="227880"/>
          </a:xfrm>
          <a:prstGeom prst="rect">
            <a:avLst/>
          </a:prstGeom>
          <a:ln>
            <a:noFill/>
          </a:ln>
        </p:spPr>
      </p:pic>
      <p:sp>
        <p:nvSpPr>
          <p:cNvPr id="139" name="CustomShape 19"/>
          <p:cNvSpPr/>
          <p:nvPr/>
        </p:nvSpPr>
        <p:spPr>
          <a:xfrm>
            <a:off x="7132320" y="4983480"/>
            <a:ext cx="432432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7880" cy="227880"/>
          </a:xfrm>
          <a:prstGeom prst="rect">
            <a:avLst/>
          </a:prstGeom>
          <a:ln>
            <a:noFill/>
          </a:ln>
        </p:spPr>
      </p:pic>
      <p:sp>
        <p:nvSpPr>
          <p:cNvPr id="147"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7880" cy="227880"/>
          </a:xfrm>
          <a:prstGeom prst="rect">
            <a:avLst/>
          </a:prstGeom>
          <a:ln>
            <a:noFill/>
          </a:ln>
        </p:spPr>
      </p:pic>
      <p:sp>
        <p:nvSpPr>
          <p:cNvPr id="151"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7880" cy="227880"/>
          </a:xfrm>
          <a:prstGeom prst="rect">
            <a:avLst/>
          </a:prstGeom>
          <a:ln>
            <a:noFill/>
          </a:ln>
        </p:spPr>
      </p:pic>
      <p:sp>
        <p:nvSpPr>
          <p:cNvPr id="155"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7880" cy="227880"/>
          </a:xfrm>
          <a:prstGeom prst="rect">
            <a:avLst/>
          </a:prstGeom>
          <a:ln>
            <a:noFill/>
          </a:ln>
        </p:spPr>
      </p:pic>
      <p:sp>
        <p:nvSpPr>
          <p:cNvPr id="159"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7880" cy="227880"/>
          </a:xfrm>
          <a:prstGeom prst="rect">
            <a:avLst/>
          </a:prstGeom>
          <a:ln>
            <a:noFill/>
          </a:ln>
        </p:spPr>
      </p:pic>
      <p:sp>
        <p:nvSpPr>
          <p:cNvPr id="163"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7880" cy="227880"/>
          </a:xfrm>
          <a:prstGeom prst="rect">
            <a:avLst/>
          </a:prstGeom>
          <a:ln>
            <a:noFill/>
          </a:ln>
        </p:spPr>
      </p:pic>
      <p:sp>
        <p:nvSpPr>
          <p:cNvPr id="167"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6640" cy="310824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3760" cy="109656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6480" cy="45648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7880" cy="227880"/>
          </a:xfrm>
          <a:prstGeom prst="rect">
            <a:avLst/>
          </a:prstGeom>
          <a:ln>
            <a:noFill/>
          </a:ln>
        </p:spPr>
      </p:pic>
      <p:sp>
        <p:nvSpPr>
          <p:cNvPr id="198" name="CustomShape 2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2800" cy="41076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7920" cy="18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2800" cy="77652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2800" cy="77652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6560" cy="227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3680" cy="86796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3680" cy="86796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7920" cy="54792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3600" cy="273600"/>
          </a:xfrm>
          <a:prstGeom prst="rect">
            <a:avLst/>
          </a:prstGeom>
          <a:ln>
            <a:noFill/>
          </a:ln>
        </p:spPr>
      </p:pic>
      <p:sp>
        <p:nvSpPr>
          <p:cNvPr id="239" name="CustomShape 40"/>
          <p:cNvSpPr/>
          <p:nvPr/>
        </p:nvSpPr>
        <p:spPr>
          <a:xfrm>
            <a:off x="8869680" y="182880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7920" cy="54792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3600" cy="273600"/>
          </a:xfrm>
          <a:prstGeom prst="rect">
            <a:avLst/>
          </a:prstGeom>
          <a:ln>
            <a:noFill/>
          </a:ln>
        </p:spPr>
      </p:pic>
      <p:sp>
        <p:nvSpPr>
          <p:cNvPr id="244" name="CustomShape 44"/>
          <p:cNvSpPr/>
          <p:nvPr/>
        </p:nvSpPr>
        <p:spPr>
          <a:xfrm>
            <a:off x="8869680" y="420624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2200" cy="50220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2200" cy="50220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2200" cy="50220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2200" cy="50220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7880" cy="227880"/>
          </a:xfrm>
          <a:prstGeom prst="rect">
            <a:avLst/>
          </a:prstGeom>
          <a:ln>
            <a:noFill/>
          </a:ln>
        </p:spPr>
      </p:pic>
      <p:sp>
        <p:nvSpPr>
          <p:cNvPr id="282" name="CustomShape 36"/>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3600" cy="273600"/>
          </a:xfrm>
          <a:prstGeom prst="rect">
            <a:avLst/>
          </a:prstGeom>
          <a:ln>
            <a:noFill/>
          </a:ln>
        </p:spPr>
      </p:pic>
      <p:sp>
        <p:nvSpPr>
          <p:cNvPr id="290"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3600" cy="273600"/>
          </a:xfrm>
          <a:prstGeom prst="rect">
            <a:avLst/>
          </a:prstGeom>
          <a:ln>
            <a:noFill/>
          </a:ln>
        </p:spPr>
      </p:pic>
      <p:sp>
        <p:nvSpPr>
          <p:cNvPr id="295"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3600" cy="273600"/>
          </a:xfrm>
          <a:prstGeom prst="rect">
            <a:avLst/>
          </a:prstGeom>
          <a:ln>
            <a:noFill/>
          </a:ln>
        </p:spPr>
      </p:pic>
      <p:sp>
        <p:nvSpPr>
          <p:cNvPr id="300"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4400" cy="146232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8640" cy="1005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1440" cy="146232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6480" cy="45648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7880" cy="227880"/>
          </a:xfrm>
          <a:prstGeom prst="rect">
            <a:avLst/>
          </a:prstGeom>
          <a:ln>
            <a:noFill/>
          </a:ln>
        </p:spPr>
      </p:pic>
      <p:sp>
        <p:nvSpPr>
          <p:cNvPr id="308" name="CustomShape 22"/>
          <p:cNvSpPr/>
          <p:nvPr/>
        </p:nvSpPr>
        <p:spPr>
          <a:xfrm>
            <a:off x="8321040" y="4709160"/>
            <a:ext cx="3135600" cy="1462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680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6800" cy="50220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6800" cy="150804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6800" cy="82224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6800" cy="82224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680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7760" cy="54792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9040" cy="105084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4720" cy="227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9040" cy="86796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472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3600" cy="273600"/>
          </a:xfrm>
          <a:prstGeom prst="rect">
            <a:avLst/>
          </a:prstGeom>
          <a:ln>
            <a:noFill/>
          </a:ln>
        </p:spPr>
      </p:pic>
      <p:sp>
        <p:nvSpPr>
          <p:cNvPr id="352"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3600" cy="273600"/>
          </a:xfrm>
          <a:prstGeom prst="rect">
            <a:avLst/>
          </a:prstGeom>
          <a:ln>
            <a:noFill/>
          </a:ln>
        </p:spPr>
      </p:pic>
      <p:sp>
        <p:nvSpPr>
          <p:cNvPr id="357"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3600" cy="273600"/>
          </a:xfrm>
          <a:prstGeom prst="rect">
            <a:avLst/>
          </a:prstGeom>
          <a:ln>
            <a:noFill/>
          </a:ln>
        </p:spPr>
      </p:pic>
      <p:sp>
        <p:nvSpPr>
          <p:cNvPr id="362"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9360" cy="164520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6480" cy="45648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7880" cy="227880"/>
          </a:xfrm>
          <a:prstGeom prst="rect">
            <a:avLst/>
          </a:prstGeom>
          <a:ln>
            <a:noFill/>
          </a:ln>
        </p:spPr>
      </p:pic>
      <p:sp>
        <p:nvSpPr>
          <p:cNvPr id="367" name="CustomShape 19"/>
          <p:cNvSpPr/>
          <p:nvPr/>
        </p:nvSpPr>
        <p:spPr>
          <a:xfrm>
            <a:off x="13716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9360" cy="164520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6480" cy="45648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7880" cy="227880"/>
          </a:xfrm>
          <a:prstGeom prst="rect">
            <a:avLst/>
          </a:prstGeom>
          <a:ln>
            <a:noFill/>
          </a:ln>
        </p:spPr>
      </p:pic>
      <p:sp>
        <p:nvSpPr>
          <p:cNvPr id="371" name="CustomShape 22"/>
          <p:cNvSpPr/>
          <p:nvPr/>
        </p:nvSpPr>
        <p:spPr>
          <a:xfrm>
            <a:off x="70560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2200" cy="50220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2200" cy="50220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2200" cy="50220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872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296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7120" cy="164520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6480" cy="45648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7880" cy="227880"/>
          </a:xfrm>
          <a:prstGeom prst="rect">
            <a:avLst/>
          </a:prstGeom>
          <a:ln>
            <a:noFill/>
          </a:ln>
        </p:spPr>
      </p:pic>
      <p:sp>
        <p:nvSpPr>
          <p:cNvPr id="405" name="CustomShape 33"/>
          <p:cNvSpPr/>
          <p:nvPr/>
        </p:nvSpPr>
        <p:spPr>
          <a:xfrm>
            <a:off x="8595360" y="4526280"/>
            <a:ext cx="286128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3600" cy="273600"/>
          </a:xfrm>
          <a:prstGeom prst="rect">
            <a:avLst/>
          </a:prstGeom>
          <a:ln>
            <a:noFill/>
          </a:ln>
        </p:spPr>
      </p:pic>
      <p:sp>
        <p:nvSpPr>
          <p:cNvPr id="413"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3600" cy="273600"/>
          </a:xfrm>
          <a:prstGeom prst="rect">
            <a:avLst/>
          </a:prstGeom>
          <a:ln>
            <a:noFill/>
          </a:ln>
        </p:spPr>
      </p:pic>
      <p:sp>
        <p:nvSpPr>
          <p:cNvPr id="418"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2960" cy="210240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7200" cy="1645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2880" cy="210240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6480" cy="45648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7880" cy="227880"/>
          </a:xfrm>
          <a:prstGeom prst="rect">
            <a:avLst/>
          </a:prstGeom>
          <a:ln>
            <a:noFill/>
          </a:ln>
        </p:spPr>
      </p:pic>
      <p:sp>
        <p:nvSpPr>
          <p:cNvPr id="426" name="CustomShape 18"/>
          <p:cNvSpPr/>
          <p:nvPr/>
        </p:nvSpPr>
        <p:spPr>
          <a:xfrm>
            <a:off x="8229600" y="4069080"/>
            <a:ext cx="322704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3600" cy="273600"/>
          </a:xfrm>
          <a:prstGeom prst="rect">
            <a:avLst/>
          </a:prstGeom>
          <a:ln>
            <a:noFill/>
          </a:ln>
        </p:spPr>
      </p:pic>
      <p:sp>
        <p:nvSpPr>
          <p:cNvPr id="434"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3600" cy="273600"/>
          </a:xfrm>
          <a:prstGeom prst="rect">
            <a:avLst/>
          </a:prstGeom>
          <a:ln>
            <a:noFill/>
          </a:ln>
        </p:spPr>
      </p:pic>
      <p:sp>
        <p:nvSpPr>
          <p:cNvPr id="439"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3600" cy="273600"/>
          </a:xfrm>
          <a:prstGeom prst="rect">
            <a:avLst/>
          </a:prstGeom>
          <a:ln>
            <a:noFill/>
          </a:ln>
        </p:spPr>
      </p:pic>
      <p:sp>
        <p:nvSpPr>
          <p:cNvPr id="444"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3600" cy="273600"/>
          </a:xfrm>
          <a:prstGeom prst="rect">
            <a:avLst/>
          </a:prstGeom>
          <a:ln>
            <a:noFill/>
          </a:ln>
        </p:spPr>
      </p:pic>
      <p:sp>
        <p:nvSpPr>
          <p:cNvPr id="449"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3600" cy="273600"/>
          </a:xfrm>
          <a:prstGeom prst="rect">
            <a:avLst/>
          </a:prstGeom>
          <a:ln>
            <a:noFill/>
          </a:ln>
        </p:spPr>
      </p:pic>
      <p:sp>
        <p:nvSpPr>
          <p:cNvPr id="454"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4680" cy="214812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7920" cy="54792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3600" cy="273600"/>
          </a:xfrm>
          <a:prstGeom prst="rect">
            <a:avLst/>
          </a:prstGeom>
          <a:ln>
            <a:noFill/>
          </a:ln>
        </p:spPr>
      </p:pic>
      <p:sp>
        <p:nvSpPr>
          <p:cNvPr id="459"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7880" cy="227880"/>
          </a:xfrm>
          <a:prstGeom prst="rect">
            <a:avLst/>
          </a:prstGeom>
          <a:ln>
            <a:noFill/>
          </a:ln>
        </p:spPr>
      </p:pic>
      <p:sp>
        <p:nvSpPr>
          <p:cNvPr id="469" name="CustomShape 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936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3600" cy="273600"/>
          </a:xfrm>
          <a:prstGeom prst="rect">
            <a:avLst/>
          </a:prstGeom>
          <a:ln>
            <a:noFill/>
          </a:ln>
        </p:spPr>
      </p:pic>
      <p:sp>
        <p:nvSpPr>
          <p:cNvPr id="477"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9360" cy="265104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3600" cy="273600"/>
          </a:xfrm>
          <a:prstGeom prst="rect">
            <a:avLst/>
          </a:prstGeom>
          <a:ln>
            <a:noFill/>
          </a:ln>
        </p:spPr>
      </p:pic>
      <p:sp>
        <p:nvSpPr>
          <p:cNvPr id="482"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4680" cy="164520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3600" cy="273600"/>
          </a:xfrm>
          <a:prstGeom prst="rect">
            <a:avLst/>
          </a:prstGeom>
          <a:ln>
            <a:noFill/>
          </a:ln>
        </p:spPr>
      </p:pic>
      <p:sp>
        <p:nvSpPr>
          <p:cNvPr id="500"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3600" cy="273600"/>
          </a:xfrm>
          <a:prstGeom prst="rect">
            <a:avLst/>
          </a:prstGeom>
          <a:ln>
            <a:noFill/>
          </a:ln>
        </p:spPr>
      </p:pic>
      <p:sp>
        <p:nvSpPr>
          <p:cNvPr id="505"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3600" cy="273600"/>
          </a:xfrm>
          <a:prstGeom prst="rect">
            <a:avLst/>
          </a:prstGeom>
          <a:ln>
            <a:noFill/>
          </a:ln>
        </p:spPr>
      </p:pic>
      <p:sp>
        <p:nvSpPr>
          <p:cNvPr id="510" name="CustomShape 15"/>
          <p:cNvSpPr/>
          <p:nvPr/>
        </p:nvSpPr>
        <p:spPr>
          <a:xfrm>
            <a:off x="14630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7920" cy="54792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3600" cy="273600"/>
          </a:xfrm>
          <a:prstGeom prst="rect">
            <a:avLst/>
          </a:prstGeom>
          <a:ln>
            <a:noFill/>
          </a:ln>
        </p:spPr>
      </p:pic>
      <p:sp>
        <p:nvSpPr>
          <p:cNvPr id="515" name="CustomShape 19"/>
          <p:cNvSpPr/>
          <p:nvPr/>
        </p:nvSpPr>
        <p:spPr>
          <a:xfrm>
            <a:off x="71474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7040" cy="219384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1280" cy="1736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8800" cy="356544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3040" cy="3108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&gt; 1 s (µs)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7040" cy="210240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6480" cy="45648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7880" cy="227880"/>
          </a:xfrm>
          <a:prstGeom prst="rect">
            <a:avLst/>
          </a:prstGeom>
          <a:ln>
            <a:noFill/>
          </a:ln>
        </p:spPr>
      </p:pic>
      <p:sp>
        <p:nvSpPr>
          <p:cNvPr id="530" name="CustomShape 13"/>
          <p:cNvSpPr/>
          <p:nvPr/>
        </p:nvSpPr>
        <p:spPr>
          <a:xfrm>
            <a:off x="1371600" y="4069080"/>
            <a:ext cx="393120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8800" cy="77652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6480" cy="45648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7880" cy="227880"/>
          </a:xfrm>
          <a:prstGeom prst="rect">
            <a:avLst/>
          </a:prstGeom>
          <a:ln>
            <a:noFill/>
          </a:ln>
        </p:spPr>
      </p:pic>
      <p:sp>
        <p:nvSpPr>
          <p:cNvPr id="534" name="CustomShape 16"/>
          <p:cNvSpPr/>
          <p:nvPr/>
        </p:nvSpPr>
        <p:spPr>
          <a:xfrm>
            <a:off x="6583680" y="5394960"/>
            <a:ext cx="4872960" cy="776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87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29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1400" cy="457128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7920" cy="54792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3600" cy="273600"/>
          </a:xfrm>
          <a:prstGeom prst="rect">
            <a:avLst/>
          </a:prstGeom>
          <a:ln>
            <a:noFill/>
          </a:ln>
        </p:spPr>
      </p:pic>
      <p:sp>
        <p:nvSpPr>
          <p:cNvPr id="545" name="CustomShape 10"/>
          <p:cNvSpPr/>
          <p:nvPr/>
        </p:nvSpPr>
        <p:spPr>
          <a:xfrm>
            <a:off x="8732520" y="1828800"/>
            <a:ext cx="26784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42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58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4000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3600" cy="273600"/>
          </a:xfrm>
          <a:prstGeom prst="rect">
            <a:avLst/>
          </a:prstGeom>
          <a:ln>
            <a:noFill/>
          </a:ln>
        </p:spPr>
      </p:pic>
      <p:sp>
        <p:nvSpPr>
          <p:cNvPr id="557" name="CustomShape 10"/>
          <p:cNvSpPr/>
          <p:nvPr/>
        </p:nvSpPr>
        <p:spPr>
          <a:xfrm>
            <a:off x="850392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7920" cy="54792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3600" cy="273600"/>
          </a:xfrm>
          <a:prstGeom prst="rect">
            <a:avLst/>
          </a:prstGeom>
          <a:ln>
            <a:noFill/>
          </a:ln>
        </p:spPr>
      </p:pic>
      <p:sp>
        <p:nvSpPr>
          <p:cNvPr id="562" name="CustomShape 14"/>
          <p:cNvSpPr/>
          <p:nvPr/>
        </p:nvSpPr>
        <p:spPr>
          <a:xfrm>
            <a:off x="1064376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3760" cy="137088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7880" cy="227880"/>
          </a:xfrm>
          <a:prstGeom prst="rect">
            <a:avLst/>
          </a:prstGeom>
          <a:ln>
            <a:noFill/>
          </a:ln>
        </p:spPr>
      </p:pic>
      <p:sp>
        <p:nvSpPr>
          <p:cNvPr id="567" name="CustomShape 18"/>
          <p:cNvSpPr/>
          <p:nvPr/>
        </p:nvSpPr>
        <p:spPr>
          <a:xfrm>
            <a:off x="1371600" y="4754880"/>
            <a:ext cx="1008792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7880" cy="227880"/>
          </a:xfrm>
          <a:prstGeom prst="rect">
            <a:avLst/>
          </a:prstGeom>
          <a:ln>
            <a:noFill/>
          </a:ln>
        </p:spPr>
      </p:pic>
      <p:sp>
        <p:nvSpPr>
          <p:cNvPr id="575"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7880" cy="227880"/>
          </a:xfrm>
          <a:prstGeom prst="rect">
            <a:avLst/>
          </a:prstGeom>
          <a:ln>
            <a:noFill/>
          </a:ln>
        </p:spPr>
      </p:pic>
      <p:sp>
        <p:nvSpPr>
          <p:cNvPr id="579"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7880" cy="227880"/>
          </a:xfrm>
          <a:prstGeom prst="rect">
            <a:avLst/>
          </a:prstGeom>
          <a:ln>
            <a:noFill/>
          </a:ln>
        </p:spPr>
      </p:pic>
      <p:sp>
        <p:nvSpPr>
          <p:cNvPr id="583"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7880" cy="227880"/>
          </a:xfrm>
          <a:prstGeom prst="rect">
            <a:avLst/>
          </a:prstGeom>
          <a:ln>
            <a:noFill/>
          </a:ln>
        </p:spPr>
      </p:pic>
      <p:sp>
        <p:nvSpPr>
          <p:cNvPr id="587"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7880" cy="227880"/>
          </a:xfrm>
          <a:prstGeom prst="rect">
            <a:avLst/>
          </a:prstGeom>
          <a:ln>
            <a:noFill/>
          </a:ln>
        </p:spPr>
      </p:pic>
      <p:sp>
        <p:nvSpPr>
          <p:cNvPr id="591"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7880" cy="227880"/>
          </a:xfrm>
          <a:prstGeom prst="rect">
            <a:avLst/>
          </a:prstGeom>
          <a:ln>
            <a:noFill/>
          </a:ln>
        </p:spPr>
      </p:pic>
      <p:sp>
        <p:nvSpPr>
          <p:cNvPr id="595"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965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150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3600" cy="273600"/>
          </a:xfrm>
          <a:prstGeom prst="rect">
            <a:avLst/>
          </a:prstGeom>
          <a:ln>
            <a:noFill/>
          </a:ln>
        </p:spPr>
      </p:pic>
      <p:sp>
        <p:nvSpPr>
          <p:cNvPr id="608"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3600" cy="273600"/>
          </a:xfrm>
          <a:prstGeom prst="rect">
            <a:avLst/>
          </a:prstGeom>
          <a:ln>
            <a:noFill/>
          </a:ln>
        </p:spPr>
      </p:pic>
      <p:sp>
        <p:nvSpPr>
          <p:cNvPr id="61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3600" cy="273600"/>
          </a:xfrm>
          <a:prstGeom prst="rect">
            <a:avLst/>
          </a:prstGeom>
          <a:ln>
            <a:noFill/>
          </a:ln>
        </p:spPr>
      </p:pic>
      <p:sp>
        <p:nvSpPr>
          <p:cNvPr id="62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3600" cy="273600"/>
          </a:xfrm>
          <a:prstGeom prst="rect">
            <a:avLst/>
          </a:prstGeom>
          <a:ln>
            <a:noFill/>
          </a:ln>
        </p:spPr>
      </p:pic>
      <p:sp>
        <p:nvSpPr>
          <p:cNvPr id="62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3600" cy="273600"/>
          </a:xfrm>
          <a:prstGeom prst="rect">
            <a:avLst/>
          </a:prstGeom>
          <a:ln>
            <a:noFill/>
          </a:ln>
        </p:spPr>
      </p:pic>
      <p:sp>
        <p:nvSpPr>
          <p:cNvPr id="632"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3600" cy="273600"/>
          </a:xfrm>
          <a:prstGeom prst="rect">
            <a:avLst/>
          </a:prstGeom>
          <a:ln>
            <a:noFill/>
          </a:ln>
        </p:spPr>
      </p:pic>
      <p:sp>
        <p:nvSpPr>
          <p:cNvPr id="637"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7920" cy="54792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3600" cy="273600"/>
          </a:xfrm>
          <a:prstGeom prst="rect">
            <a:avLst/>
          </a:prstGeom>
          <a:ln>
            <a:noFill/>
          </a:ln>
        </p:spPr>
      </p:pic>
      <p:sp>
        <p:nvSpPr>
          <p:cNvPr id="642"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424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3600" cy="273600"/>
          </a:xfrm>
          <a:prstGeom prst="rect">
            <a:avLst/>
          </a:prstGeom>
          <a:ln>
            <a:noFill/>
          </a:ln>
        </p:spPr>
      </p:pic>
      <p:sp>
        <p:nvSpPr>
          <p:cNvPr id="651"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4240" cy="292536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3600" cy="273600"/>
          </a:xfrm>
          <a:prstGeom prst="rect">
            <a:avLst/>
          </a:prstGeom>
          <a:ln>
            <a:noFill/>
          </a:ln>
        </p:spPr>
      </p:pic>
      <p:sp>
        <p:nvSpPr>
          <p:cNvPr id="656"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90880" cy="137088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5120" cy="913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864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288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8640" cy="86796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6480" cy="45648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7880" cy="227880"/>
          </a:xfrm>
          <a:prstGeom prst="rect">
            <a:avLst/>
          </a:prstGeom>
          <a:ln>
            <a:noFill/>
          </a:ln>
        </p:spPr>
      </p:pic>
      <p:sp>
        <p:nvSpPr>
          <p:cNvPr id="671" name="CustomShape 10"/>
          <p:cNvSpPr/>
          <p:nvPr/>
        </p:nvSpPr>
        <p:spPr>
          <a:xfrm>
            <a:off x="1371600" y="5303520"/>
            <a:ext cx="530280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7200" cy="457128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7920" cy="54792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3600" cy="273600"/>
          </a:xfrm>
          <a:prstGeom prst="rect">
            <a:avLst/>
          </a:prstGeom>
          <a:ln>
            <a:noFill/>
          </a:ln>
        </p:spPr>
      </p:pic>
      <p:sp>
        <p:nvSpPr>
          <p:cNvPr id="675" name="CustomShape 13"/>
          <p:cNvSpPr/>
          <p:nvPr/>
        </p:nvSpPr>
        <p:spPr>
          <a:xfrm>
            <a:off x="8046720" y="182880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500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Opciones SET: ARITHABORT, ANSI_NULLS y QUOTED_IDENTIFIER en ON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3600" cy="273600"/>
          </a:xfrm>
          <a:prstGeom prst="rect">
            <a:avLst/>
          </a:prstGeom>
          <a:ln>
            <a:noFill/>
          </a:ln>
        </p:spPr>
      </p:pic>
      <p:sp>
        <p:nvSpPr>
          <p:cNvPr id="687"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7880" cy="227880"/>
          </a:xfrm>
          <a:prstGeom prst="rect">
            <a:avLst/>
          </a:prstGeom>
          <a:ln>
            <a:noFill/>
          </a:ln>
        </p:spPr>
      </p:pic>
      <p:sp>
        <p:nvSpPr>
          <p:cNvPr id="722"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2200" cy="50220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2200" cy="50220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2200" cy="50220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2200" cy="50220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2200" cy="50220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4016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440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5680" cy="196524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6480" cy="45648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7880" cy="227880"/>
          </a:xfrm>
          <a:prstGeom prst="rect">
            <a:avLst/>
          </a:prstGeom>
          <a:ln>
            <a:noFill/>
          </a:ln>
        </p:spPr>
      </p:pic>
      <p:sp>
        <p:nvSpPr>
          <p:cNvPr id="768" name="CustomShape 45"/>
          <p:cNvSpPr/>
          <p:nvPr/>
        </p:nvSpPr>
        <p:spPr>
          <a:xfrm>
            <a:off x="8686800" y="4206240"/>
            <a:ext cx="276984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7200" cy="109656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7880" cy="227880"/>
          </a:xfrm>
          <a:prstGeom prst="rect">
            <a:avLst/>
          </a:prstGeom>
          <a:ln>
            <a:noFill/>
          </a:ln>
        </p:spPr>
      </p:pic>
      <p:sp>
        <p:nvSpPr>
          <p:cNvPr id="777" name="CustomShape 8"/>
          <p:cNvSpPr/>
          <p:nvPr/>
        </p:nvSpPr>
        <p:spPr>
          <a:xfrm>
            <a:off x="1371600" y="5074920"/>
            <a:ext cx="521136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3600" cy="273600"/>
          </a:xfrm>
          <a:prstGeom prst="rect">
            <a:avLst/>
          </a:prstGeom>
          <a:ln>
            <a:noFill/>
          </a:ln>
        </p:spPr>
      </p:pic>
      <p:sp>
        <p:nvSpPr>
          <p:cNvPr id="78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3600" cy="273600"/>
          </a:xfrm>
          <a:prstGeom prst="rect">
            <a:avLst/>
          </a:prstGeom>
          <a:ln>
            <a:noFill/>
          </a:ln>
        </p:spPr>
      </p:pic>
      <p:sp>
        <p:nvSpPr>
          <p:cNvPr id="79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3600" cy="273600"/>
          </a:xfrm>
          <a:prstGeom prst="rect">
            <a:avLst/>
          </a:prstGeom>
          <a:ln>
            <a:noFill/>
          </a:ln>
        </p:spPr>
      </p:pic>
      <p:sp>
        <p:nvSpPr>
          <p:cNvPr id="79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7880" cy="227880"/>
          </a:xfrm>
          <a:prstGeom prst="rect">
            <a:avLst/>
          </a:prstGeom>
          <a:ln>
            <a:noFill/>
          </a:ln>
        </p:spPr>
      </p:pic>
      <p:sp>
        <p:nvSpPr>
          <p:cNvPr id="803" name="CustomShape 19"/>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90880" cy="105084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6480" cy="45648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7880" cy="227880"/>
          </a:xfrm>
          <a:prstGeom prst="rect">
            <a:avLst/>
          </a:prstGeom>
          <a:ln>
            <a:noFill/>
          </a:ln>
        </p:spPr>
      </p:pic>
      <p:sp>
        <p:nvSpPr>
          <p:cNvPr id="817"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440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864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90880" cy="100512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7880" cy="227880"/>
          </a:xfrm>
          <a:prstGeom prst="rect">
            <a:avLst/>
          </a:prstGeom>
          <a:ln>
            <a:noFill/>
          </a:ln>
        </p:spPr>
      </p:pic>
      <p:sp>
        <p:nvSpPr>
          <p:cNvPr id="829" name="CustomShape 11"/>
          <p:cNvSpPr/>
          <p:nvPr/>
        </p:nvSpPr>
        <p:spPr>
          <a:xfrm>
            <a:off x="1371600" y="516636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720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144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8640" cy="214812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7920" cy="54792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3600" cy="273600"/>
          </a:xfrm>
          <a:prstGeom prst="rect">
            <a:avLst/>
          </a:prstGeom>
          <a:ln>
            <a:noFill/>
          </a:ln>
        </p:spPr>
      </p:pic>
      <p:sp>
        <p:nvSpPr>
          <p:cNvPr id="840" name="CustomShape 10"/>
          <p:cNvSpPr/>
          <p:nvPr/>
        </p:nvSpPr>
        <p:spPr>
          <a:xfrm>
            <a:off x="7955280" y="1828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1440" cy="95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8640" cy="223956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7920" cy="54792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3600" cy="273600"/>
          </a:xfrm>
          <a:prstGeom prst="rect">
            <a:avLst/>
          </a:prstGeom>
          <a:ln>
            <a:noFill/>
          </a:ln>
        </p:spPr>
      </p:pic>
      <p:sp>
        <p:nvSpPr>
          <p:cNvPr id="845" name="CustomShape 14"/>
          <p:cNvSpPr/>
          <p:nvPr/>
        </p:nvSpPr>
        <p:spPr>
          <a:xfrm>
            <a:off x="7955280" y="4114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1440" cy="1050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7200" cy="137088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7880" cy="227880"/>
          </a:xfrm>
          <a:prstGeom prst="rect">
            <a:avLst/>
          </a:prstGeom>
          <a:ln>
            <a:noFill/>
          </a:ln>
        </p:spPr>
      </p:pic>
      <p:sp>
        <p:nvSpPr>
          <p:cNvPr id="850" name="CustomShape 18"/>
          <p:cNvSpPr/>
          <p:nvPr/>
        </p:nvSpPr>
        <p:spPr>
          <a:xfrm>
            <a:off x="1371600" y="4754880"/>
            <a:ext cx="52113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86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7880" cy="227880"/>
          </a:xfrm>
          <a:prstGeom prst="rect">
            <a:avLst/>
          </a:prstGeom>
          <a:ln>
            <a:noFill/>
          </a:ln>
        </p:spPr>
      </p:pic>
      <p:sp>
        <p:nvSpPr>
          <p:cNvPr id="884"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8760" cy="333684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5640" cy="333684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876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56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9360" cy="63936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9320" cy="319320"/>
          </a:xfrm>
          <a:prstGeom prst="rect">
            <a:avLst/>
          </a:prstGeom>
          <a:ln>
            <a:noFill/>
          </a:ln>
        </p:spPr>
      </p:pic>
      <p:sp>
        <p:nvSpPr>
          <p:cNvPr id="896" name="CustomShape 11"/>
          <p:cNvSpPr/>
          <p:nvPr/>
        </p:nvSpPr>
        <p:spPr>
          <a:xfrm>
            <a:off x="822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9360" cy="63936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9320" cy="319320"/>
          </a:xfrm>
          <a:prstGeom prst="rect">
            <a:avLst/>
          </a:prstGeom>
          <a:ln>
            <a:noFill/>
          </a:ln>
        </p:spPr>
      </p:pic>
      <p:sp>
        <p:nvSpPr>
          <p:cNvPr id="902" name="CustomShape 16"/>
          <p:cNvSpPr/>
          <p:nvPr/>
        </p:nvSpPr>
        <p:spPr>
          <a:xfrm>
            <a:off x="294984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9360" cy="63936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9320" cy="319320"/>
          </a:xfrm>
          <a:prstGeom prst="rect">
            <a:avLst/>
          </a:prstGeom>
          <a:ln>
            <a:noFill/>
          </a:ln>
        </p:spPr>
      </p:pic>
      <p:sp>
        <p:nvSpPr>
          <p:cNvPr id="908" name="CustomShape 21"/>
          <p:cNvSpPr/>
          <p:nvPr/>
        </p:nvSpPr>
        <p:spPr>
          <a:xfrm>
            <a:off x="548820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9360" cy="63936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9320" cy="319320"/>
          </a:xfrm>
          <a:prstGeom prst="rect">
            <a:avLst/>
          </a:prstGeom>
          <a:ln>
            <a:noFill/>
          </a:ln>
        </p:spPr>
      </p:pic>
      <p:sp>
        <p:nvSpPr>
          <p:cNvPr id="914" name="CustomShape 26"/>
          <p:cNvSpPr/>
          <p:nvPr/>
        </p:nvSpPr>
        <p:spPr>
          <a:xfrm>
            <a:off x="761508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9360" cy="63936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9320" cy="319320"/>
          </a:xfrm>
          <a:prstGeom prst="rect">
            <a:avLst/>
          </a:prstGeom>
          <a:ln>
            <a:noFill/>
          </a:ln>
        </p:spPr>
      </p:pic>
      <p:sp>
        <p:nvSpPr>
          <p:cNvPr id="920" name="CustomShape 31"/>
          <p:cNvSpPr/>
          <p:nvPr/>
        </p:nvSpPr>
        <p:spPr>
          <a:xfrm>
            <a:off x="9741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7880" cy="227880"/>
          </a:xfrm>
          <a:prstGeom prst="rect">
            <a:avLst/>
          </a:prstGeom>
          <a:ln>
            <a:noFill/>
          </a:ln>
        </p:spPr>
      </p:pic>
      <p:sp>
        <p:nvSpPr>
          <p:cNvPr id="925" name="CustomShape 35"/>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440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864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1440" cy="164520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6480" cy="45648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7880" cy="227880"/>
          </a:xfrm>
          <a:prstGeom prst="rect">
            <a:avLst/>
          </a:prstGeom>
          <a:ln>
            <a:noFill/>
          </a:ln>
        </p:spPr>
      </p:pic>
      <p:sp>
        <p:nvSpPr>
          <p:cNvPr id="937" name="CustomShape 11"/>
          <p:cNvSpPr/>
          <p:nvPr/>
        </p:nvSpPr>
        <p:spPr>
          <a:xfrm>
            <a:off x="8321040" y="4526280"/>
            <a:ext cx="313560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600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7024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6000" cy="86796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6480" cy="45648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7880" cy="227880"/>
          </a:xfrm>
          <a:prstGeom prst="rect">
            <a:avLst/>
          </a:prstGeom>
          <a:ln>
            <a:noFill/>
          </a:ln>
        </p:spPr>
      </p:pic>
      <p:sp>
        <p:nvSpPr>
          <p:cNvPr id="955" name="CustomShape 17"/>
          <p:cNvSpPr/>
          <p:nvPr/>
        </p:nvSpPr>
        <p:spPr>
          <a:xfrm>
            <a:off x="6126480" y="5303520"/>
            <a:ext cx="533016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856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280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7880" cy="227880"/>
          </a:xfrm>
          <a:prstGeom prst="rect">
            <a:avLst/>
          </a:prstGeom>
          <a:ln>
            <a:noFill/>
          </a:ln>
        </p:spPr>
      </p:pic>
      <p:sp>
        <p:nvSpPr>
          <p:cNvPr id="967" name="CustomShape 11"/>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3600" cy="273600"/>
          </a:xfrm>
          <a:prstGeom prst="rect">
            <a:avLst/>
          </a:prstGeom>
          <a:ln>
            <a:noFill/>
          </a:ln>
        </p:spPr>
      </p:pic>
      <p:sp>
        <p:nvSpPr>
          <p:cNvPr id="975"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3600" cy="233100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3600" cy="273600"/>
          </a:xfrm>
          <a:prstGeom prst="rect">
            <a:avLst/>
          </a:prstGeom>
          <a:ln>
            <a:noFill/>
          </a:ln>
        </p:spPr>
      </p:pic>
      <p:sp>
        <p:nvSpPr>
          <p:cNvPr id="980"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3600" cy="273600"/>
          </a:xfrm>
          <a:prstGeom prst="rect">
            <a:avLst/>
          </a:prstGeom>
          <a:ln>
            <a:noFill/>
          </a:ln>
        </p:spPr>
      </p:pic>
      <p:sp>
        <p:nvSpPr>
          <p:cNvPr id="985"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872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296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7120" cy="196524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6480" cy="45648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7880" cy="227880"/>
          </a:xfrm>
          <a:prstGeom prst="rect">
            <a:avLst/>
          </a:prstGeom>
          <a:ln>
            <a:noFill/>
          </a:ln>
        </p:spPr>
      </p:pic>
      <p:sp>
        <p:nvSpPr>
          <p:cNvPr id="993" name="CustomShape 22"/>
          <p:cNvSpPr/>
          <p:nvPr/>
        </p:nvSpPr>
        <p:spPr>
          <a:xfrm>
            <a:off x="8595360" y="4206240"/>
            <a:ext cx="286128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5280" cy="91368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5280" cy="91368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4240" cy="114228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7880" cy="227880"/>
          </a:xfrm>
          <a:prstGeom prst="rect">
            <a:avLst/>
          </a:prstGeom>
          <a:ln>
            <a:noFill/>
          </a:ln>
        </p:spPr>
      </p:pic>
      <p:sp>
        <p:nvSpPr>
          <p:cNvPr id="1017" name="CustomShape 23"/>
          <p:cNvSpPr/>
          <p:nvPr/>
        </p:nvSpPr>
        <p:spPr>
          <a:xfrm>
            <a:off x="137160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4240" cy="114228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6480" cy="45648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7880" cy="227880"/>
          </a:xfrm>
          <a:prstGeom prst="rect">
            <a:avLst/>
          </a:prstGeom>
          <a:ln>
            <a:noFill/>
          </a:ln>
        </p:spPr>
      </p:pic>
      <p:sp>
        <p:nvSpPr>
          <p:cNvPr id="1021" name="CustomShape 26"/>
          <p:cNvSpPr/>
          <p:nvPr/>
        </p:nvSpPr>
        <p:spPr>
          <a:xfrm>
            <a:off x="706824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424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3600" cy="273600"/>
          </a:xfrm>
          <a:prstGeom prst="rect">
            <a:avLst/>
          </a:prstGeom>
          <a:ln>
            <a:noFill/>
          </a:ln>
        </p:spPr>
      </p:pic>
      <p:sp>
        <p:nvSpPr>
          <p:cNvPr id="1029"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4240" cy="274248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3600" cy="273600"/>
          </a:xfrm>
          <a:prstGeom prst="rect">
            <a:avLst/>
          </a:prstGeom>
          <a:ln>
            <a:noFill/>
          </a:ln>
        </p:spPr>
      </p:pic>
      <p:sp>
        <p:nvSpPr>
          <p:cNvPr id="1034"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3040" cy="155376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7280" cy="1096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2800" cy="155376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6480" cy="45648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7880" cy="227880"/>
          </a:xfrm>
          <a:prstGeom prst="rect">
            <a:avLst/>
          </a:prstGeom>
          <a:ln>
            <a:noFill/>
          </a:ln>
        </p:spPr>
      </p:pic>
      <p:sp>
        <p:nvSpPr>
          <p:cNvPr id="1042" name="CustomShape 18"/>
          <p:cNvSpPr/>
          <p:nvPr/>
        </p:nvSpPr>
        <p:spPr>
          <a:xfrm>
            <a:off x="8869680" y="4617720"/>
            <a:ext cx="2586960" cy="155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77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736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160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8480" cy="159948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6480" cy="45648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7880" cy="227880"/>
          </a:xfrm>
          <a:prstGeom prst="rect">
            <a:avLst/>
          </a:prstGeom>
          <a:ln>
            <a:noFill/>
          </a:ln>
        </p:spPr>
      </p:pic>
      <p:sp>
        <p:nvSpPr>
          <p:cNvPr id="1076" name="CustomShape 33"/>
          <p:cNvSpPr/>
          <p:nvPr/>
        </p:nvSpPr>
        <p:spPr>
          <a:xfrm>
            <a:off x="9144000" y="4572000"/>
            <a:ext cx="231264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3600" cy="273600"/>
          </a:xfrm>
          <a:prstGeom prst="rect">
            <a:avLst/>
          </a:prstGeom>
          <a:ln>
            <a:noFill/>
          </a:ln>
        </p:spPr>
      </p:pic>
      <p:sp>
        <p:nvSpPr>
          <p:cNvPr id="1084" name="CustomShape 7"/>
          <p:cNvSpPr/>
          <p:nvPr/>
        </p:nvSpPr>
        <p:spPr>
          <a:xfrm>
            <a:off x="146304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7920" cy="54792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3600" cy="273600"/>
          </a:xfrm>
          <a:prstGeom prst="rect">
            <a:avLst/>
          </a:prstGeom>
          <a:ln>
            <a:noFill/>
          </a:ln>
        </p:spPr>
      </p:pic>
      <p:sp>
        <p:nvSpPr>
          <p:cNvPr id="1089" name="CustomShape 11"/>
          <p:cNvSpPr/>
          <p:nvPr/>
        </p:nvSpPr>
        <p:spPr>
          <a:xfrm>
            <a:off x="430452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3600" cy="273600"/>
          </a:xfrm>
          <a:prstGeom prst="rect">
            <a:avLst/>
          </a:prstGeom>
          <a:ln>
            <a:noFill/>
          </a:ln>
        </p:spPr>
      </p:pic>
      <p:sp>
        <p:nvSpPr>
          <p:cNvPr id="1094" name="CustomShape 15"/>
          <p:cNvSpPr/>
          <p:nvPr/>
        </p:nvSpPr>
        <p:spPr>
          <a:xfrm>
            <a:off x="714600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6440" cy="338256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7920" cy="54792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3600" cy="273600"/>
          </a:xfrm>
          <a:prstGeom prst="rect">
            <a:avLst/>
          </a:prstGeom>
          <a:ln>
            <a:noFill/>
          </a:ln>
        </p:spPr>
      </p:pic>
      <p:sp>
        <p:nvSpPr>
          <p:cNvPr id="1099" name="CustomShape 19"/>
          <p:cNvSpPr/>
          <p:nvPr/>
        </p:nvSpPr>
        <p:spPr>
          <a:xfrm>
            <a:off x="998748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7880" cy="227880"/>
          </a:xfrm>
          <a:prstGeom prst="rect">
            <a:avLst/>
          </a:prstGeom>
          <a:ln>
            <a:noFill/>
          </a:ln>
        </p:spPr>
      </p:pic>
      <p:sp>
        <p:nvSpPr>
          <p:cNvPr id="1104" name="CustomShape 23"/>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7880" cy="227880"/>
          </a:xfrm>
          <a:prstGeom prst="rect">
            <a:avLst/>
          </a:prstGeom>
          <a:ln>
            <a:noFill/>
          </a:ln>
        </p:spPr>
      </p:pic>
      <p:sp>
        <p:nvSpPr>
          <p:cNvPr id="111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7880" cy="227880"/>
          </a:xfrm>
          <a:prstGeom prst="rect">
            <a:avLst/>
          </a:prstGeom>
          <a:ln>
            <a:noFill/>
          </a:ln>
        </p:spPr>
      </p:pic>
      <p:sp>
        <p:nvSpPr>
          <p:cNvPr id="111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7880" cy="227880"/>
          </a:xfrm>
          <a:prstGeom prst="rect">
            <a:avLst/>
          </a:prstGeom>
          <a:ln>
            <a:noFill/>
          </a:ln>
        </p:spPr>
      </p:pic>
      <p:sp>
        <p:nvSpPr>
          <p:cNvPr id="112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7880" cy="227880"/>
          </a:xfrm>
          <a:prstGeom prst="rect">
            <a:avLst/>
          </a:prstGeom>
          <a:ln>
            <a:noFill/>
          </a:ln>
        </p:spPr>
      </p:pic>
      <p:sp>
        <p:nvSpPr>
          <p:cNvPr id="112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7880" cy="227880"/>
          </a:xfrm>
          <a:prstGeom prst="rect">
            <a:avLst/>
          </a:prstGeom>
          <a:ln>
            <a:noFill/>
          </a:ln>
        </p:spPr>
      </p:pic>
      <p:sp>
        <p:nvSpPr>
          <p:cNvPr id="112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7880" cy="227880"/>
          </a:xfrm>
          <a:prstGeom prst="rect">
            <a:avLst/>
          </a:prstGeom>
          <a:ln>
            <a:noFill/>
          </a:ln>
        </p:spPr>
      </p:pic>
      <p:sp>
        <p:nvSpPr>
          <p:cNvPr id="113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792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3600" cy="273600"/>
          </a:xfrm>
          <a:prstGeom prst="rect">
            <a:avLst/>
          </a:prstGeom>
          <a:ln>
            <a:noFill/>
          </a:ln>
        </p:spPr>
      </p:pic>
      <p:sp>
        <p:nvSpPr>
          <p:cNvPr id="1142"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7920" cy="315396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7920" cy="54792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3600" cy="273600"/>
          </a:xfrm>
          <a:prstGeom prst="rect">
            <a:avLst/>
          </a:prstGeom>
          <a:ln>
            <a:noFill/>
          </a:ln>
        </p:spPr>
      </p:pic>
      <p:sp>
        <p:nvSpPr>
          <p:cNvPr id="1147"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90880" cy="114228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7880" cy="227880"/>
          </a:xfrm>
          <a:prstGeom prst="rect">
            <a:avLst/>
          </a:prstGeom>
          <a:ln>
            <a:noFill/>
          </a:ln>
        </p:spPr>
      </p:pic>
      <p:sp>
        <p:nvSpPr>
          <p:cNvPr id="1152" name="CustomShape 15"/>
          <p:cNvSpPr/>
          <p:nvPr/>
        </p:nvSpPr>
        <p:spPr>
          <a:xfrm>
            <a:off x="1371600" y="502920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372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296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720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2880" cy="361116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5680" cy="2785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7880" cy="227880"/>
          </a:xfrm>
          <a:prstGeom prst="rect">
            <a:avLst/>
          </a:prstGeom>
          <a:ln>
            <a:noFill/>
          </a:ln>
        </p:spPr>
      </p:pic>
      <p:sp>
        <p:nvSpPr>
          <p:cNvPr id="1213" name="CustomShape 13"/>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4240" cy="233100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8480" cy="1873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4240" cy="196524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704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7040" cy="113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160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584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1600" cy="137088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6480" cy="45648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7880" cy="227880"/>
          </a:xfrm>
          <a:prstGeom prst="rect">
            <a:avLst/>
          </a:prstGeom>
          <a:ln>
            <a:noFill/>
          </a:ln>
        </p:spPr>
      </p:pic>
      <p:sp>
        <p:nvSpPr>
          <p:cNvPr id="1230" name="CustomShape 16"/>
          <p:cNvSpPr/>
          <p:nvPr/>
        </p:nvSpPr>
        <p:spPr>
          <a:xfrm>
            <a:off x="7040880" y="4800600"/>
            <a:ext cx="44157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29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72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2960" cy="127944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7200" cy="822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288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5680" cy="155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3600" cy="273600"/>
          </a:xfrm>
          <a:prstGeom prst="rect">
            <a:avLst/>
          </a:prstGeom>
          <a:ln>
            <a:noFill/>
          </a:ln>
        </p:spPr>
      </p:pic>
      <p:sp>
        <p:nvSpPr>
          <p:cNvPr id="126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3600" cy="315396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3600" cy="273600"/>
          </a:xfrm>
          <a:prstGeom prst="rect">
            <a:avLst/>
          </a:prstGeom>
          <a:ln>
            <a:noFill/>
          </a:ln>
        </p:spPr>
      </p:pic>
      <p:sp>
        <p:nvSpPr>
          <p:cNvPr id="127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3600" cy="273600"/>
          </a:xfrm>
          <a:prstGeom prst="rect">
            <a:avLst/>
          </a:prstGeom>
          <a:ln>
            <a:noFill/>
          </a:ln>
        </p:spPr>
      </p:pic>
      <p:sp>
        <p:nvSpPr>
          <p:cNvPr id="127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90880" cy="123372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6480" cy="45648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7880" cy="227880"/>
          </a:xfrm>
          <a:prstGeom prst="rect">
            <a:avLst/>
          </a:prstGeom>
          <a:ln>
            <a:noFill/>
          </a:ln>
        </p:spPr>
      </p:pic>
      <p:sp>
        <p:nvSpPr>
          <p:cNvPr id="1283" name="CustomShape 19"/>
          <p:cNvSpPr/>
          <p:nvPr/>
        </p:nvSpPr>
        <p:spPr>
          <a:xfrm>
            <a:off x="1371600" y="4892040"/>
            <a:ext cx="10085040" cy="1233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432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856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4320" cy="127944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6480" cy="45648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7880" cy="227880"/>
          </a:xfrm>
          <a:prstGeom prst="rect">
            <a:avLst/>
          </a:prstGeom>
          <a:ln>
            <a:noFill/>
          </a:ln>
        </p:spPr>
      </p:pic>
      <p:sp>
        <p:nvSpPr>
          <p:cNvPr id="1294" name="CustomShape 10"/>
          <p:cNvSpPr/>
          <p:nvPr/>
        </p:nvSpPr>
        <p:spPr>
          <a:xfrm>
            <a:off x="1371600" y="4892040"/>
            <a:ext cx="5028480" cy="1279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1520" cy="457128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7920" cy="54792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3600" cy="273600"/>
          </a:xfrm>
          <a:prstGeom prst="rect">
            <a:avLst/>
          </a:prstGeom>
          <a:ln>
            <a:noFill/>
          </a:ln>
        </p:spPr>
      </p:pic>
      <p:sp>
        <p:nvSpPr>
          <p:cNvPr id="1298" name="CustomShape 13"/>
          <p:cNvSpPr/>
          <p:nvPr/>
        </p:nvSpPr>
        <p:spPr>
          <a:xfrm>
            <a:off x="7772400" y="1828800"/>
            <a:ext cx="3638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432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90880" cy="105084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6480" cy="45648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7880" cy="227880"/>
          </a:xfrm>
          <a:prstGeom prst="rect">
            <a:avLst/>
          </a:prstGeom>
          <a:ln>
            <a:noFill/>
          </a:ln>
        </p:spPr>
      </p:pic>
      <p:sp>
        <p:nvSpPr>
          <p:cNvPr id="1313"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424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848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4240" cy="100512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7880" cy="227880"/>
          </a:xfrm>
          <a:prstGeom prst="rect">
            <a:avLst/>
          </a:prstGeom>
          <a:ln>
            <a:noFill/>
          </a:ln>
        </p:spPr>
      </p:pic>
      <p:sp>
        <p:nvSpPr>
          <p:cNvPr id="1324" name="CustomShape 10"/>
          <p:cNvSpPr/>
          <p:nvPr/>
        </p:nvSpPr>
        <p:spPr>
          <a:xfrm>
            <a:off x="1371600" y="5166360"/>
            <a:ext cx="438840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4240" cy="228528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8480" cy="1828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10320" cy="31032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10320" cy="31032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10320" cy="31032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10720" cy="219384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7880" cy="227880"/>
          </a:xfrm>
          <a:prstGeom prst="rect">
            <a:avLst/>
          </a:prstGeom>
          <a:ln>
            <a:noFill/>
          </a:ln>
        </p:spPr>
      </p:pic>
      <p:sp>
        <p:nvSpPr>
          <p:cNvPr id="1361" name="CustomShape 8"/>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6720" cy="41076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392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10960" cy="109656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10960" cy="10965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10960" cy="109656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8720" cy="91368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864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288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7200" cy="118800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6480" cy="45648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7880" cy="227880"/>
          </a:xfrm>
          <a:prstGeom prst="rect">
            <a:avLst/>
          </a:prstGeom>
          <a:ln>
            <a:noFill/>
          </a:ln>
        </p:spPr>
      </p:pic>
      <p:sp>
        <p:nvSpPr>
          <p:cNvPr id="1432" name="CustomShape 11"/>
          <p:cNvSpPr/>
          <p:nvPr/>
        </p:nvSpPr>
        <p:spPr>
          <a:xfrm>
            <a:off x="7955280" y="4023360"/>
            <a:ext cx="350136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7880" cy="227880"/>
          </a:xfrm>
          <a:prstGeom prst="rect">
            <a:avLst/>
          </a:prstGeom>
          <a:ln>
            <a:noFill/>
          </a:ln>
        </p:spPr>
      </p:pic>
      <p:sp>
        <p:nvSpPr>
          <p:cNvPr id="1436" name="CustomShape 14"/>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2200" cy="50220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2200" cy="50220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2200" cy="50220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9320" cy="319320"/>
          </a:xfrm>
          <a:prstGeom prst="rect">
            <a:avLst/>
          </a:prstGeom>
          <a:ln>
            <a:noFill/>
          </a:ln>
        </p:spPr>
      </p:pic>
      <p:sp>
        <p:nvSpPr>
          <p:cNvPr id="1466"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9320" cy="319320"/>
          </a:xfrm>
          <a:prstGeom prst="rect">
            <a:avLst/>
          </a:prstGeom>
          <a:ln>
            <a:noFill/>
          </a:ln>
        </p:spPr>
      </p:pic>
      <p:sp>
        <p:nvSpPr>
          <p:cNvPr id="1471"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9320" cy="319320"/>
          </a:xfrm>
          <a:prstGeom prst="rect">
            <a:avLst/>
          </a:prstGeom>
          <a:ln>
            <a:noFill/>
          </a:ln>
        </p:spPr>
      </p:pic>
      <p:sp>
        <p:nvSpPr>
          <p:cNvPr id="1476"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9320" cy="319320"/>
          </a:xfrm>
          <a:prstGeom prst="rect">
            <a:avLst/>
          </a:prstGeom>
          <a:ln>
            <a:noFill/>
          </a:ln>
        </p:spPr>
      </p:pic>
      <p:sp>
        <p:nvSpPr>
          <p:cNvPr id="1481"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7880" cy="227880"/>
          </a:xfrm>
          <a:prstGeom prst="rect">
            <a:avLst/>
          </a:prstGeom>
          <a:ln>
            <a:noFill/>
          </a:ln>
        </p:spPr>
      </p:pic>
      <p:sp>
        <p:nvSpPr>
          <p:cNvPr id="149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7880" cy="227880"/>
          </a:xfrm>
          <a:prstGeom prst="rect">
            <a:avLst/>
          </a:prstGeom>
          <a:ln>
            <a:noFill/>
          </a:ln>
        </p:spPr>
      </p:pic>
      <p:sp>
        <p:nvSpPr>
          <p:cNvPr id="149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7880" cy="227880"/>
          </a:xfrm>
          <a:prstGeom prst="rect">
            <a:avLst/>
          </a:prstGeom>
          <a:ln>
            <a:noFill/>
          </a:ln>
        </p:spPr>
      </p:pic>
      <p:sp>
        <p:nvSpPr>
          <p:cNvPr id="150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7880" cy="227880"/>
          </a:xfrm>
          <a:prstGeom prst="rect">
            <a:avLst/>
          </a:prstGeom>
          <a:ln>
            <a:noFill/>
          </a:ln>
        </p:spPr>
      </p:pic>
      <p:sp>
        <p:nvSpPr>
          <p:cNvPr id="150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7880" cy="227880"/>
          </a:xfrm>
          <a:prstGeom prst="rect">
            <a:avLst/>
          </a:prstGeom>
          <a:ln>
            <a:noFill/>
          </a:ln>
        </p:spPr>
      </p:pic>
      <p:sp>
        <p:nvSpPr>
          <p:cNvPr id="150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7880" cy="227880"/>
          </a:xfrm>
          <a:prstGeom prst="rect">
            <a:avLst/>
          </a:prstGeom>
          <a:ln>
            <a:noFill/>
          </a:ln>
        </p:spPr>
      </p:pic>
      <p:sp>
        <p:nvSpPr>
          <p:cNvPr id="151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90880" cy="100512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7880" cy="227880"/>
          </a:xfrm>
          <a:prstGeom prst="rect">
            <a:avLst/>
          </a:prstGeom>
          <a:ln>
            <a:noFill/>
          </a:ln>
        </p:spPr>
      </p:pic>
      <p:sp>
        <p:nvSpPr>
          <p:cNvPr id="1523" name="CustomShape 8"/>
          <p:cNvSpPr/>
          <p:nvPr/>
        </p:nvSpPr>
        <p:spPr>
          <a:xfrm>
            <a:off x="1371600" y="512064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3520" cy="1764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3520" cy="1764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3520" cy="1764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5040" cy="36504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5040" cy="36504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5040" cy="36504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6000" cy="21888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6000" cy="21888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6000" cy="21888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6000" cy="21888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6000" cy="21888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6000" cy="21888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6000" cy="21888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6000" cy="21888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6000" cy="21888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6000" cy="21888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6000" cy="21888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6000" cy="21888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6000" cy="21888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6000" cy="21888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6000" cy="21888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6000" cy="21888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6000" cy="21888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6000" cy="21888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6000" cy="21888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6000" cy="21888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6000" cy="21888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6000" cy="21888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6000" cy="21888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6000" cy="21888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6000" cy="21888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6000" cy="21888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6000" cy="21888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6000" cy="21888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6000" cy="21888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6000" cy="21888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6000" cy="21888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6000" cy="21888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6000" cy="21888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6000" cy="21888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6000" cy="21888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6000" cy="21888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6000" cy="21888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6000" cy="21888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6000" cy="21888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6000" cy="21888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6000" cy="21888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6000" cy="21888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6000" cy="21888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6000" cy="21888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6000" cy="21888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6000" cy="21888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6000" cy="21888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6000" cy="21888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6000" cy="21888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6000" cy="21888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6000" cy="21888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6000" cy="21888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6000" cy="21888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6000" cy="21888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6000" cy="21888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6000" cy="21888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6000" cy="21888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6000" cy="21888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6000" cy="21888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6000" cy="21888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6000" cy="21888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6000" cy="21888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6000" cy="21888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6000" cy="21888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5280" cy="38340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90880" cy="29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6840" cy="34668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6840" cy="34668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6840" cy="34668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6840" cy="34668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7920" cy="54792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3600" cy="273600"/>
          </a:xfrm>
          <a:prstGeom prst="rect">
            <a:avLst/>
          </a:prstGeom>
          <a:ln>
            <a:noFill/>
          </a:ln>
        </p:spPr>
      </p:pic>
      <p:sp>
        <p:nvSpPr>
          <p:cNvPr id="1638" name="CustomShape 10"/>
          <p:cNvSpPr/>
          <p:nvPr/>
        </p:nvSpPr>
        <p:spPr>
          <a:xfrm>
            <a:off x="8778240" y="160020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7920" cy="54792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3600" cy="273600"/>
          </a:xfrm>
          <a:prstGeom prst="rect">
            <a:avLst/>
          </a:prstGeom>
          <a:ln>
            <a:noFill/>
          </a:ln>
        </p:spPr>
      </p:pic>
      <p:sp>
        <p:nvSpPr>
          <p:cNvPr id="1642" name="CustomShape 13"/>
          <p:cNvSpPr/>
          <p:nvPr/>
        </p:nvSpPr>
        <p:spPr>
          <a:xfrm>
            <a:off x="8778240" y="321876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7920" cy="54792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3600" cy="273600"/>
          </a:xfrm>
          <a:prstGeom prst="rect">
            <a:avLst/>
          </a:prstGeom>
          <a:ln>
            <a:noFill/>
          </a:ln>
        </p:spPr>
      </p:pic>
      <p:sp>
        <p:nvSpPr>
          <p:cNvPr id="1646" name="CustomShape 16"/>
          <p:cNvSpPr/>
          <p:nvPr/>
        </p:nvSpPr>
        <p:spPr>
          <a:xfrm>
            <a:off x="8778240" y="483732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424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848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160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584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90880" cy="114228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6480" cy="45648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7880" cy="227880"/>
          </a:xfrm>
          <a:prstGeom prst="rect">
            <a:avLst/>
          </a:prstGeom>
          <a:ln>
            <a:noFill/>
          </a:ln>
        </p:spPr>
      </p:pic>
      <p:sp>
        <p:nvSpPr>
          <p:cNvPr id="1660" name="CustomShape 13"/>
          <p:cNvSpPr/>
          <p:nvPr/>
        </p:nvSpPr>
        <p:spPr>
          <a:xfrm>
            <a:off x="1371600" y="498348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73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15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7920" cy="54792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3600" cy="273600"/>
          </a:xfrm>
          <a:prstGeom prst="rect">
            <a:avLst/>
          </a:prstGeom>
          <a:ln>
            <a:noFill/>
          </a:ln>
        </p:spPr>
      </p:pic>
      <p:sp>
        <p:nvSpPr>
          <p:cNvPr id="1671" name="CustomShape 10"/>
          <p:cNvSpPr/>
          <p:nvPr/>
        </p:nvSpPr>
        <p:spPr>
          <a:xfrm>
            <a:off x="8915400" y="160020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7920" cy="54792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3600" cy="273600"/>
          </a:xfrm>
          <a:prstGeom prst="rect">
            <a:avLst/>
          </a:prstGeom>
          <a:ln>
            <a:noFill/>
          </a:ln>
        </p:spPr>
      </p:pic>
      <p:sp>
        <p:nvSpPr>
          <p:cNvPr id="1675" name="CustomShape 13"/>
          <p:cNvSpPr/>
          <p:nvPr/>
        </p:nvSpPr>
        <p:spPr>
          <a:xfrm>
            <a:off x="8915400" y="321876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7920" cy="54792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3600" cy="273600"/>
          </a:xfrm>
          <a:prstGeom prst="rect">
            <a:avLst/>
          </a:prstGeom>
          <a:ln>
            <a:noFill/>
          </a:ln>
        </p:spPr>
      </p:pic>
      <p:sp>
        <p:nvSpPr>
          <p:cNvPr id="1679" name="CustomShape 16"/>
          <p:cNvSpPr/>
          <p:nvPr/>
        </p:nvSpPr>
        <p:spPr>
          <a:xfrm>
            <a:off x="8915400" y="483732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86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28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720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7920" cy="54792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3600" cy="273600"/>
          </a:xfrm>
          <a:prstGeom prst="rect">
            <a:avLst/>
          </a:prstGeom>
          <a:ln>
            <a:noFill/>
          </a:ln>
        </p:spPr>
      </p:pic>
      <p:sp>
        <p:nvSpPr>
          <p:cNvPr id="1699" name="CustomShape 19"/>
          <p:cNvSpPr/>
          <p:nvPr/>
        </p:nvSpPr>
        <p:spPr>
          <a:xfrm>
            <a:off x="8046720" y="347472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5000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448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872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7880" cy="227880"/>
          </a:xfrm>
          <a:prstGeom prst="rect">
            <a:avLst/>
          </a:prstGeom>
          <a:ln>
            <a:noFill/>
          </a:ln>
        </p:spPr>
      </p:pic>
      <p:sp>
        <p:nvSpPr>
          <p:cNvPr id="1712" name="CustomShape 11"/>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3600" cy="273600"/>
          </a:xfrm>
          <a:prstGeom prst="rect">
            <a:avLst/>
          </a:prstGeom>
          <a:ln>
            <a:noFill/>
          </a:ln>
        </p:spPr>
      </p:pic>
      <p:sp>
        <p:nvSpPr>
          <p:cNvPr id="1720"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3600" cy="273600"/>
          </a:xfrm>
          <a:prstGeom prst="rect">
            <a:avLst/>
          </a:prstGeom>
          <a:ln>
            <a:noFill/>
          </a:ln>
        </p:spPr>
      </p:pic>
      <p:sp>
        <p:nvSpPr>
          <p:cNvPr id="1725"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3600" cy="273600"/>
          </a:xfrm>
          <a:prstGeom prst="rect">
            <a:avLst/>
          </a:prstGeom>
          <a:ln>
            <a:noFill/>
          </a:ln>
        </p:spPr>
      </p:pic>
      <p:sp>
        <p:nvSpPr>
          <p:cNvPr id="1730"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3600" cy="273600"/>
          </a:xfrm>
          <a:prstGeom prst="rect">
            <a:avLst/>
          </a:prstGeom>
          <a:ln>
            <a:noFill/>
          </a:ln>
        </p:spPr>
      </p:pic>
      <p:sp>
        <p:nvSpPr>
          <p:cNvPr id="1735" name="CustomShape 19"/>
          <p:cNvSpPr/>
          <p:nvPr/>
        </p:nvSpPr>
        <p:spPr>
          <a:xfrm>
            <a:off x="146304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7920" cy="54792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3600" cy="273600"/>
          </a:xfrm>
          <a:prstGeom prst="rect">
            <a:avLst/>
          </a:prstGeom>
          <a:ln>
            <a:noFill/>
          </a:ln>
        </p:spPr>
      </p:pic>
      <p:sp>
        <p:nvSpPr>
          <p:cNvPr id="1740" name="CustomShape 23"/>
          <p:cNvSpPr/>
          <p:nvPr/>
        </p:nvSpPr>
        <p:spPr>
          <a:xfrm>
            <a:off x="525168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7920" cy="54792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3600" cy="273600"/>
          </a:xfrm>
          <a:prstGeom prst="rect">
            <a:avLst/>
          </a:prstGeom>
          <a:ln>
            <a:noFill/>
          </a:ln>
        </p:spPr>
      </p:pic>
      <p:sp>
        <p:nvSpPr>
          <p:cNvPr id="1745" name="CustomShape 27"/>
          <p:cNvSpPr/>
          <p:nvPr/>
        </p:nvSpPr>
        <p:spPr>
          <a:xfrm>
            <a:off x="904032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41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84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90880" cy="118800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6480" cy="45648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7880" cy="227880"/>
          </a:xfrm>
          <a:prstGeom prst="rect">
            <a:avLst/>
          </a:prstGeom>
          <a:ln>
            <a:noFill/>
          </a:ln>
        </p:spPr>
      </p:pic>
      <p:sp>
        <p:nvSpPr>
          <p:cNvPr id="1758" name="CustomShape 11"/>
          <p:cNvSpPr/>
          <p:nvPr/>
        </p:nvSpPr>
        <p:spPr>
          <a:xfrm>
            <a:off x="1371600" y="4937760"/>
            <a:ext cx="1008504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3600" cy="273600"/>
          </a:xfrm>
          <a:prstGeom prst="rect">
            <a:avLst/>
          </a:prstGeom>
          <a:ln>
            <a:noFill/>
          </a:ln>
        </p:spPr>
      </p:pic>
      <p:sp>
        <p:nvSpPr>
          <p:cNvPr id="1766" name="CustomShape 7"/>
          <p:cNvSpPr/>
          <p:nvPr/>
        </p:nvSpPr>
        <p:spPr>
          <a:xfrm>
            <a:off x="146304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7920" cy="54792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3600" cy="273600"/>
          </a:xfrm>
          <a:prstGeom prst="rect">
            <a:avLst/>
          </a:prstGeom>
          <a:ln>
            <a:noFill/>
          </a:ln>
        </p:spPr>
      </p:pic>
      <p:sp>
        <p:nvSpPr>
          <p:cNvPr id="1771" name="CustomShape 11"/>
          <p:cNvSpPr/>
          <p:nvPr/>
        </p:nvSpPr>
        <p:spPr>
          <a:xfrm>
            <a:off x="475488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3600" cy="273600"/>
          </a:xfrm>
          <a:prstGeom prst="rect">
            <a:avLst/>
          </a:prstGeom>
          <a:ln>
            <a:noFill/>
          </a:ln>
        </p:spPr>
      </p:pic>
      <p:sp>
        <p:nvSpPr>
          <p:cNvPr id="1776" name="CustomShape 15"/>
          <p:cNvSpPr/>
          <p:nvPr/>
        </p:nvSpPr>
        <p:spPr>
          <a:xfrm>
            <a:off x="146304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7920" cy="54792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3600" cy="273600"/>
          </a:xfrm>
          <a:prstGeom prst="rect">
            <a:avLst/>
          </a:prstGeom>
          <a:ln>
            <a:noFill/>
          </a:ln>
        </p:spPr>
      </p:pic>
      <p:sp>
        <p:nvSpPr>
          <p:cNvPr id="1781" name="CustomShape 19"/>
          <p:cNvSpPr/>
          <p:nvPr/>
        </p:nvSpPr>
        <p:spPr>
          <a:xfrm>
            <a:off x="475488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7200" cy="315396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1440" cy="269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7200" cy="114228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6480" cy="45648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7880" cy="227880"/>
          </a:xfrm>
          <a:prstGeom prst="rect">
            <a:avLst/>
          </a:prstGeom>
          <a:ln>
            <a:noFill/>
          </a:ln>
        </p:spPr>
      </p:pic>
      <p:sp>
        <p:nvSpPr>
          <p:cNvPr id="1789" name="CustomShape 26"/>
          <p:cNvSpPr/>
          <p:nvPr/>
        </p:nvSpPr>
        <p:spPr>
          <a:xfrm>
            <a:off x="7955280" y="5029200"/>
            <a:ext cx="350136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7920" cy="54792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3600" cy="273600"/>
          </a:xfrm>
          <a:prstGeom prst="rect">
            <a:avLst/>
          </a:prstGeom>
          <a:ln>
            <a:noFill/>
          </a:ln>
        </p:spPr>
      </p:pic>
      <p:sp>
        <p:nvSpPr>
          <p:cNvPr id="1800" name="CustomShape 10"/>
          <p:cNvSpPr/>
          <p:nvPr/>
        </p:nvSpPr>
        <p:spPr>
          <a:xfrm>
            <a:off x="8046720" y="160020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7920" cy="54792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3600" cy="273600"/>
          </a:xfrm>
          <a:prstGeom prst="rect">
            <a:avLst/>
          </a:prstGeom>
          <a:ln>
            <a:noFill/>
          </a:ln>
        </p:spPr>
      </p:pic>
      <p:sp>
        <p:nvSpPr>
          <p:cNvPr id="1804" name="CustomShape 13"/>
          <p:cNvSpPr/>
          <p:nvPr/>
        </p:nvSpPr>
        <p:spPr>
          <a:xfrm>
            <a:off x="8046720" y="321876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7920" cy="54792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3600" cy="273600"/>
          </a:xfrm>
          <a:prstGeom prst="rect">
            <a:avLst/>
          </a:prstGeom>
          <a:ln>
            <a:noFill/>
          </a:ln>
        </p:spPr>
      </p:pic>
      <p:sp>
        <p:nvSpPr>
          <p:cNvPr id="1808" name="CustomShape 16"/>
          <p:cNvSpPr/>
          <p:nvPr/>
        </p:nvSpPr>
        <p:spPr>
          <a:xfrm>
            <a:off x="8046720" y="483732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38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792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3600" cy="273600"/>
          </a:xfrm>
          <a:prstGeom prst="rect">
            <a:avLst/>
          </a:prstGeom>
          <a:ln>
            <a:noFill/>
          </a:ln>
        </p:spPr>
      </p:pic>
      <p:sp>
        <p:nvSpPr>
          <p:cNvPr id="1816"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7920" cy="342828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3600" cy="273600"/>
          </a:xfrm>
          <a:prstGeom prst="rect">
            <a:avLst/>
          </a:prstGeom>
          <a:ln>
            <a:noFill/>
          </a:ln>
        </p:spPr>
      </p:pic>
      <p:sp>
        <p:nvSpPr>
          <p:cNvPr id="1821"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7880" cy="227880"/>
          </a:xfrm>
          <a:prstGeom prst="rect">
            <a:avLst/>
          </a:prstGeom>
          <a:ln>
            <a:noFill/>
          </a:ln>
        </p:spPr>
      </p:pic>
      <p:sp>
        <p:nvSpPr>
          <p:cNvPr id="1826" name="CustomShape 15"/>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2200" cy="50220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2200" cy="50220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7880" cy="227880"/>
          </a:xfrm>
          <a:prstGeom prst="rect">
            <a:avLst/>
          </a:prstGeom>
          <a:ln>
            <a:noFill/>
          </a:ln>
        </p:spPr>
      </p:pic>
      <p:sp>
        <p:nvSpPr>
          <p:cNvPr id="1851" name="CustomShape 24"/>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51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7920" cy="54792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3600" cy="273600"/>
          </a:xfrm>
          <a:prstGeom prst="rect">
            <a:avLst/>
          </a:prstGeom>
          <a:ln>
            <a:noFill/>
          </a:ln>
        </p:spPr>
      </p:pic>
      <p:sp>
        <p:nvSpPr>
          <p:cNvPr id="1859" name="CustomShape 7"/>
          <p:cNvSpPr/>
          <p:nvPr/>
        </p:nvSpPr>
        <p:spPr>
          <a:xfrm>
            <a:off x="146304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7920" cy="54792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3600" cy="273600"/>
          </a:xfrm>
          <a:prstGeom prst="rect">
            <a:avLst/>
          </a:prstGeom>
          <a:ln>
            <a:noFill/>
          </a:ln>
        </p:spPr>
      </p:pic>
      <p:sp>
        <p:nvSpPr>
          <p:cNvPr id="1863" name="CustomShape 10"/>
          <p:cNvSpPr/>
          <p:nvPr/>
        </p:nvSpPr>
        <p:spPr>
          <a:xfrm>
            <a:off x="714600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7920" cy="54792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3600" cy="273600"/>
          </a:xfrm>
          <a:prstGeom prst="rect">
            <a:avLst/>
          </a:prstGeom>
          <a:ln>
            <a:noFill/>
          </a:ln>
        </p:spPr>
      </p:pic>
      <p:sp>
        <p:nvSpPr>
          <p:cNvPr id="1867" name="CustomShape 13"/>
          <p:cNvSpPr/>
          <p:nvPr/>
        </p:nvSpPr>
        <p:spPr>
          <a:xfrm>
            <a:off x="146304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7920" cy="54792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3600" cy="273600"/>
          </a:xfrm>
          <a:prstGeom prst="rect">
            <a:avLst/>
          </a:prstGeom>
          <a:ln>
            <a:noFill/>
          </a:ln>
        </p:spPr>
      </p:pic>
      <p:sp>
        <p:nvSpPr>
          <p:cNvPr id="1871" name="CustomShape 16"/>
          <p:cNvSpPr/>
          <p:nvPr/>
        </p:nvSpPr>
        <p:spPr>
          <a:xfrm>
            <a:off x="714600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7880" cy="227880"/>
          </a:xfrm>
          <a:prstGeom prst="rect">
            <a:avLst/>
          </a:prstGeom>
          <a:ln>
            <a:noFill/>
          </a:ln>
        </p:spPr>
      </p:pic>
      <p:sp>
        <p:nvSpPr>
          <p:cNvPr id="1875" name="CustomShape 19"/>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79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7920" cy="54792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7920" cy="54792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7920" cy="54792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7920" cy="54792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73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7920" cy="54792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7920" cy="54792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7920" cy="54792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456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880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7880" cy="227880"/>
          </a:xfrm>
          <a:prstGeom prst="rect">
            <a:avLst/>
          </a:prstGeom>
          <a:ln>
            <a:noFill/>
          </a:ln>
        </p:spPr>
      </p:pic>
      <p:sp>
        <p:nvSpPr>
          <p:cNvPr id="1921" name="CustomShape 22"/>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50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5680" cy="246816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7920" cy="54792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3600" cy="273600"/>
          </a:xfrm>
          <a:prstGeom prst="rect">
            <a:avLst/>
          </a:prstGeom>
          <a:ln>
            <a:noFill/>
          </a:ln>
        </p:spPr>
      </p:pic>
      <p:sp>
        <p:nvSpPr>
          <p:cNvPr id="1932" name="CustomShape 10"/>
          <p:cNvSpPr/>
          <p:nvPr/>
        </p:nvSpPr>
        <p:spPr>
          <a:xfrm>
            <a:off x="8778240" y="1828800"/>
            <a:ext cx="2632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8480" cy="12794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5680" cy="182808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6480" cy="45648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7880" cy="227880"/>
          </a:xfrm>
          <a:prstGeom prst="rect">
            <a:avLst/>
          </a:prstGeom>
          <a:ln>
            <a:noFill/>
          </a:ln>
        </p:spPr>
      </p:pic>
      <p:sp>
        <p:nvSpPr>
          <p:cNvPr id="1937" name="CustomShape 14"/>
          <p:cNvSpPr/>
          <p:nvPr/>
        </p:nvSpPr>
        <p:spPr>
          <a:xfrm>
            <a:off x="8686800" y="4343400"/>
            <a:ext cx="2769840" cy="1828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70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400080" cy="297108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7920" cy="54792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3600" cy="273600"/>
          </a:xfrm>
          <a:prstGeom prst="rect">
            <a:avLst/>
          </a:prstGeom>
          <a:ln>
            <a:noFill/>
          </a:ln>
        </p:spPr>
      </p:pic>
      <p:sp>
        <p:nvSpPr>
          <p:cNvPr id="1957" name="CustomShape 19"/>
          <p:cNvSpPr/>
          <p:nvPr/>
        </p:nvSpPr>
        <p:spPr>
          <a:xfrm>
            <a:off x="1463040" y="3429000"/>
            <a:ext cx="52570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288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5760" cy="297108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7920" cy="54792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3600" cy="273600"/>
          </a:xfrm>
          <a:prstGeom prst="rect">
            <a:avLst/>
          </a:prstGeom>
          <a:ln>
            <a:noFill/>
          </a:ln>
        </p:spPr>
      </p:pic>
      <p:sp>
        <p:nvSpPr>
          <p:cNvPr id="1962" name="CustomShape 23"/>
          <p:cNvSpPr/>
          <p:nvPr/>
        </p:nvSpPr>
        <p:spPr>
          <a:xfrm>
            <a:off x="8138160" y="3429000"/>
            <a:ext cx="32727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856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7920" cy="54792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3600" cy="273600"/>
          </a:xfrm>
          <a:prstGeom prst="rect">
            <a:avLst/>
          </a:prstGeom>
          <a:ln>
            <a:noFill/>
          </a:ln>
        </p:spPr>
      </p:pic>
      <p:sp>
        <p:nvSpPr>
          <p:cNvPr id="1971" name="CustomShape 7"/>
          <p:cNvSpPr/>
          <p:nvPr/>
        </p:nvSpPr>
        <p:spPr>
          <a:xfrm>
            <a:off x="146304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7920" cy="54792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3600" cy="273600"/>
          </a:xfrm>
          <a:prstGeom prst="rect">
            <a:avLst/>
          </a:prstGeom>
          <a:ln>
            <a:noFill/>
          </a:ln>
        </p:spPr>
      </p:pic>
      <p:sp>
        <p:nvSpPr>
          <p:cNvPr id="1975" name="CustomShape 10"/>
          <p:cNvSpPr/>
          <p:nvPr/>
        </p:nvSpPr>
        <p:spPr>
          <a:xfrm>
            <a:off x="714600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7920" cy="54792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3600" cy="273600"/>
          </a:xfrm>
          <a:prstGeom prst="rect">
            <a:avLst/>
          </a:prstGeom>
          <a:ln>
            <a:noFill/>
          </a:ln>
        </p:spPr>
      </p:pic>
      <p:sp>
        <p:nvSpPr>
          <p:cNvPr id="1979" name="CustomShape 13"/>
          <p:cNvSpPr/>
          <p:nvPr/>
        </p:nvSpPr>
        <p:spPr>
          <a:xfrm>
            <a:off x="146304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7920" cy="54792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3600" cy="273600"/>
          </a:xfrm>
          <a:prstGeom prst="rect">
            <a:avLst/>
          </a:prstGeom>
          <a:ln>
            <a:noFill/>
          </a:ln>
        </p:spPr>
      </p:pic>
      <p:sp>
        <p:nvSpPr>
          <p:cNvPr id="1983" name="CustomShape 16"/>
          <p:cNvSpPr/>
          <p:nvPr/>
        </p:nvSpPr>
        <p:spPr>
          <a:xfrm>
            <a:off x="714600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7920" cy="54792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3600" cy="273600"/>
          </a:xfrm>
          <a:prstGeom prst="rect">
            <a:avLst/>
          </a:prstGeom>
          <a:ln>
            <a:noFill/>
          </a:ln>
        </p:spPr>
      </p:pic>
      <p:sp>
        <p:nvSpPr>
          <p:cNvPr id="1987" name="CustomShape 19"/>
          <p:cNvSpPr/>
          <p:nvPr/>
        </p:nvSpPr>
        <p:spPr>
          <a:xfrm>
            <a:off x="146304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7920" cy="54792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3600" cy="273600"/>
          </a:xfrm>
          <a:prstGeom prst="rect">
            <a:avLst/>
          </a:prstGeom>
          <a:ln>
            <a:noFill/>
          </a:ln>
        </p:spPr>
      </p:pic>
      <p:sp>
        <p:nvSpPr>
          <p:cNvPr id="1991" name="CustomShape 22"/>
          <p:cNvSpPr/>
          <p:nvPr/>
        </p:nvSpPr>
        <p:spPr>
          <a:xfrm>
            <a:off x="714600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7920" cy="54792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3600" cy="273600"/>
          </a:xfrm>
          <a:prstGeom prst="rect">
            <a:avLst/>
          </a:prstGeom>
          <a:ln>
            <a:noFill/>
          </a:ln>
        </p:spPr>
      </p:pic>
      <p:sp>
        <p:nvSpPr>
          <p:cNvPr id="1995" name="CustomShape 25"/>
          <p:cNvSpPr/>
          <p:nvPr/>
        </p:nvSpPr>
        <p:spPr>
          <a:xfrm>
            <a:off x="146304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7920" cy="54792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3600" cy="273600"/>
          </a:xfrm>
          <a:prstGeom prst="rect">
            <a:avLst/>
          </a:prstGeom>
          <a:ln>
            <a:noFill/>
          </a:ln>
        </p:spPr>
      </p:pic>
      <p:sp>
        <p:nvSpPr>
          <p:cNvPr id="1999" name="CustomShape 28"/>
          <p:cNvSpPr/>
          <p:nvPr/>
        </p:nvSpPr>
        <p:spPr>
          <a:xfrm>
            <a:off x="714600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9320" cy="319320"/>
          </a:xfrm>
          <a:prstGeom prst="rect">
            <a:avLst/>
          </a:prstGeom>
          <a:ln>
            <a:noFill/>
          </a:ln>
        </p:spPr>
      </p:pic>
      <p:sp>
        <p:nvSpPr>
          <p:cNvPr id="2004"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9320" cy="319320"/>
          </a:xfrm>
          <a:prstGeom prst="rect">
            <a:avLst/>
          </a:prstGeom>
          <a:ln>
            <a:noFill/>
          </a:ln>
        </p:spPr>
      </p:pic>
      <p:sp>
        <p:nvSpPr>
          <p:cNvPr id="2009"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9320" cy="319320"/>
          </a:xfrm>
          <a:prstGeom prst="rect">
            <a:avLst/>
          </a:prstGeom>
          <a:ln>
            <a:noFill/>
          </a:ln>
        </p:spPr>
      </p:pic>
      <p:sp>
        <p:nvSpPr>
          <p:cNvPr id="2014"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9320" cy="319320"/>
          </a:xfrm>
          <a:prstGeom prst="rect">
            <a:avLst/>
          </a:prstGeom>
          <a:ln>
            <a:noFill/>
          </a:ln>
        </p:spPr>
      </p:pic>
      <p:sp>
        <p:nvSpPr>
          <p:cNvPr id="2019"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65</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2026-10-19T17:34:45Z</dcterms:modified>
  <cp:revision>7</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