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B9B99CC9-823C-4CBE-9A5F-4200355A40E0}"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680" cy="3085560"/>
          </a:xfrm>
          <a:prstGeom prst="rect">
            <a:avLst/>
          </a:prstGeom>
        </p:spPr>
      </p:sp>
      <p:sp>
        <p:nvSpPr>
          <p:cNvPr id="202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6000">
              <a:lnSpc>
                <a:spcPct val="100000"/>
              </a:lnSpc>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6000">
              <a:lnSpc>
                <a:spcPct val="100000"/>
              </a:lnSpc>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6000">
              <a:lnSpc>
                <a:spcPct val="100000"/>
              </a:lnSpc>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6000">
              <a:lnSpc>
                <a:spcPct val="100000"/>
              </a:lnSpc>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BDDA4A-7926-4324-AEBD-2FBA361E4FD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680" cy="3085560"/>
          </a:xfrm>
          <a:prstGeom prst="rect">
            <a:avLst/>
          </a:prstGeom>
        </p:spPr>
      </p:sp>
      <p:sp>
        <p:nvSpPr>
          <p:cNvPr id="202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6000">
              <a:lnSpc>
                <a:spcPct val="100000"/>
              </a:lnSpc>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6000">
              <a:lnSpc>
                <a:spcPct val="100000"/>
              </a:lnSpc>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6000">
              <a:lnSpc>
                <a:spcPct val="100000"/>
              </a:lnSpc>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6000">
              <a:lnSpc>
                <a:spcPct val="100000"/>
              </a:lnSpc>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6000">
              <a:lnSpc>
                <a:spcPct val="100000"/>
              </a:lnSpc>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De los cuatro bloques, ¿cuál creéis que os va a costar más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3FA881-F54C-4B7E-ADC5-3B04BC9A543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680" cy="3085560"/>
          </a:xfrm>
          <a:prstGeom prst="rect">
            <a:avLst/>
          </a:prstGeom>
        </p:spPr>
      </p:sp>
      <p:sp>
        <p:nvSpPr>
          <p:cNvPr id="203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6000">
              <a:lnSpc>
                <a:spcPct val="100000"/>
              </a:lnSpc>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6000">
              <a:lnSpc>
                <a:spcPct val="100000"/>
              </a:lnSpc>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6000">
              <a:lnSpc>
                <a:spcPct val="100000"/>
              </a:lnSpc>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6000">
              <a:lnSpc>
                <a:spcPct val="100000"/>
              </a:lnSpc>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6000">
              <a:lnSpc>
                <a:spcPct val="100000"/>
              </a:lnSpc>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64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965F02C-D1B2-40DE-9409-5A075B4071F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680" cy="3085560"/>
          </a:xfrm>
          <a:prstGeom prst="rect">
            <a:avLst/>
          </a:prstGeom>
        </p:spPr>
      </p:sp>
      <p:sp>
        <p:nvSpPr>
          <p:cNvPr id="203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6000">
              <a:lnSpc>
                <a:spcPct val="100000"/>
              </a:lnSpc>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6000">
              <a:lnSpc>
                <a:spcPct val="100000"/>
              </a:lnSpc>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6000">
              <a:lnSpc>
                <a:spcPct val="100000"/>
              </a:lnSpc>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6000">
              <a:lnSpc>
                <a:spcPct val="100000"/>
              </a:lnSpc>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6000">
              <a:lnSpc>
                <a:spcPct val="100000"/>
              </a:lnSpc>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6000">
              <a:lnSpc>
                <a:spcPct val="100000"/>
              </a:lnSpc>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6000">
              <a:lnSpc>
                <a:spcPct val="100000"/>
              </a:lnSpc>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6000">
              <a:lnSpc>
                <a:spcPct val="100000"/>
              </a:lnSpc>
            </a:pPr>
            <a:r>
              <a:rPr b="0" lang="en-US" sz="2000" spc="-1" strike="noStrike">
                <a:latin typeface="Arial"/>
              </a:rPr>
              <a:t>- Ejecutar SELECT @@VERSION, @@SERVERNAME; y guardar el resultado como evidencia.</a:t>
            </a:r>
            <a:endParaRPr b="0" lang="es-ES" sz="2000" spc="-1" strike="noStrike">
              <a:latin typeface="Arial"/>
            </a:endParaRPr>
          </a:p>
          <a:p>
            <a:pPr marL="216000" indent="-21564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2030C7-67BB-4AE3-B0E0-108ADA4D44A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680" cy="3085560"/>
          </a:xfrm>
          <a:prstGeom prst="rect">
            <a:avLst/>
          </a:prstGeom>
        </p:spPr>
      </p:sp>
      <p:sp>
        <p:nvSpPr>
          <p:cNvPr id="203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6000">
              <a:lnSpc>
                <a:spcPct val="100000"/>
              </a:lnSpc>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6000">
              <a:lnSpc>
                <a:spcPct val="100000"/>
              </a:lnSpc>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8E8233-27A7-420A-ADBF-0EA5CD84EAB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680" cy="3085560"/>
          </a:xfrm>
          <a:prstGeom prst="rect">
            <a:avLst/>
          </a:prstGeom>
        </p:spPr>
      </p:sp>
      <p:sp>
        <p:nvSpPr>
          <p:cNvPr id="203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6000">
              <a:lnSpc>
                <a:spcPct val="100000"/>
              </a:lnSpc>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6000">
              <a:lnSpc>
                <a:spcPct val="100000"/>
              </a:lnSpc>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6000">
              <a:lnSpc>
                <a:spcPct val="100000"/>
              </a:lnSpc>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6000">
              <a:lnSpc>
                <a:spcPct val="100000"/>
              </a:lnSpc>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6000">
              <a:lnSpc>
                <a:spcPct val="100000"/>
              </a:lnSpc>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3E56D85-326C-4B48-8972-D7BC06BB9D4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680" cy="3085560"/>
          </a:xfrm>
          <a:prstGeom prst="rect">
            <a:avLst/>
          </a:prstGeom>
        </p:spPr>
      </p:sp>
      <p:sp>
        <p:nvSpPr>
          <p:cNvPr id="204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6000">
              <a:lnSpc>
                <a:spcPct val="100000"/>
              </a:lnSpc>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6000">
              <a:lnSpc>
                <a:spcPct val="100000"/>
              </a:lnSpc>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6000">
              <a:lnSpc>
                <a:spcPct val="100000"/>
              </a:lnSpc>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6000">
              <a:lnSpc>
                <a:spcPct val="100000"/>
              </a:lnSpc>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6000">
              <a:lnSpc>
                <a:spcPct val="100000"/>
              </a:lnSpc>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BF5E391-FA06-4065-AE9D-09D57B4D7E6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680" cy="3085560"/>
          </a:xfrm>
          <a:prstGeom prst="rect">
            <a:avLst/>
          </a:prstGeom>
        </p:spPr>
      </p:sp>
      <p:sp>
        <p:nvSpPr>
          <p:cNvPr id="204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6000">
              <a:lnSpc>
                <a:spcPct val="100000"/>
              </a:lnSpc>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6000">
              <a:lnSpc>
                <a:spcPct val="100000"/>
              </a:lnSpc>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6000">
              <a:lnSpc>
                <a:spcPct val="100000"/>
              </a:lnSpc>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6000">
              <a:lnSpc>
                <a:spcPct val="100000"/>
              </a:lnSpc>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6000">
              <a:lnSpc>
                <a:spcPct val="100000"/>
              </a:lnSpc>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663A2BC-11E1-4352-8830-1048EC71668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680" cy="3085560"/>
          </a:xfrm>
          <a:prstGeom prst="rect">
            <a:avLst/>
          </a:prstGeom>
        </p:spPr>
      </p:sp>
      <p:sp>
        <p:nvSpPr>
          <p:cNvPr id="204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6000">
              <a:lnSpc>
                <a:spcPct val="100000"/>
              </a:lnSpc>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6000">
              <a:lnSpc>
                <a:spcPct val="100000"/>
              </a:lnSpc>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6000">
              <a:lnSpc>
                <a:spcPct val="100000"/>
              </a:lnSpc>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6000">
              <a:lnSpc>
                <a:spcPct val="100000"/>
              </a:lnSpc>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6000">
              <a:lnSpc>
                <a:spcPct val="100000"/>
              </a:lnSpc>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6000">
              <a:lnSpc>
                <a:spcPct val="100000"/>
              </a:lnSpc>
            </a:pPr>
            <a:r>
              <a:rPr b="0" lang="en-US" sz="2000" spc="-1" strike="noStrike">
                <a:latin typeface="Arial"/>
              </a:rPr>
              <a:t>- ¿Qué diferencia hay entre Checkpoint y Lazy Writer?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09D4F71-646A-48C3-ABF0-B744D5A14BB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680" cy="3085560"/>
          </a:xfrm>
          <a:prstGeom prst="rect">
            <a:avLst/>
          </a:prstGeom>
        </p:spPr>
      </p:sp>
      <p:sp>
        <p:nvSpPr>
          <p:cNvPr id="205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6000">
              <a:lnSpc>
                <a:spcPct val="100000"/>
              </a:lnSpc>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6000">
              <a:lnSpc>
                <a:spcPct val="100000"/>
              </a:lnSpc>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6000">
              <a:lnSpc>
                <a:spcPct val="100000"/>
              </a:lnSpc>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6000">
              <a:lnSpc>
                <a:spcPct val="100000"/>
              </a:lnSpc>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6000">
              <a:lnSpc>
                <a:spcPct val="100000"/>
              </a:lnSpc>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 200 bytes caben aproximadamente en una página? (≈ 40.)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7EF207C-0A1C-43F2-BC1E-FC70F5170C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680" cy="3085560"/>
          </a:xfrm>
          <a:prstGeom prst="rect">
            <a:avLst/>
          </a:prstGeom>
        </p:spPr>
      </p:sp>
      <p:sp>
        <p:nvSpPr>
          <p:cNvPr id="205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6000">
              <a:lnSpc>
                <a:spcPct val="100000"/>
              </a:lnSpc>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6000">
              <a:lnSpc>
                <a:spcPct val="100000"/>
              </a:lnSpc>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6000">
              <a:lnSpc>
                <a:spcPct val="100000"/>
              </a:lnSpc>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6000">
              <a:lnSpc>
                <a:spcPct val="100000"/>
              </a:lnSpc>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6000">
              <a:lnSpc>
                <a:spcPct val="100000"/>
              </a:lnSpc>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autogrowth del 10% es una mala práctica en un fichero grande?</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E94129D-92E1-4308-9567-CD9A7328B9D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680" cy="3085560"/>
          </a:xfrm>
          <a:prstGeom prst="rect">
            <a:avLst/>
          </a:prstGeom>
        </p:spPr>
      </p:sp>
      <p:sp>
        <p:nvSpPr>
          <p:cNvPr id="205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6000">
              <a:lnSpc>
                <a:spcPct val="100000"/>
              </a:lnSpc>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6000">
              <a:lnSpc>
                <a:spcPct val="100000"/>
              </a:lnSpc>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6000">
              <a:lnSpc>
                <a:spcPct val="100000"/>
              </a:lnSpc>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6000">
              <a:lnSpc>
                <a:spcPct val="100000"/>
              </a:lnSpc>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6000">
              <a:lnSpc>
                <a:spcPct val="100000"/>
              </a:lnSpc>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2993F16-1F9D-4FA7-93E5-1A1C5CEB96A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680" cy="3085560"/>
          </a:xfrm>
          <a:prstGeom prst="rect">
            <a:avLst/>
          </a:prstGeom>
        </p:spPr>
      </p:sp>
      <p:sp>
        <p:nvSpPr>
          <p:cNvPr id="206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6000">
              <a:lnSpc>
                <a:spcPct val="100000"/>
              </a:lnSpc>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6000">
              <a:lnSpc>
                <a:spcPct val="100000"/>
              </a:lnSpc>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6000">
              <a:lnSpc>
                <a:spcPct val="100000"/>
              </a:lnSpc>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6000">
              <a:lnSpc>
                <a:spcPct val="100000"/>
              </a:lnSpc>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6000">
              <a:lnSpc>
                <a:spcPct val="100000"/>
              </a:lnSpc>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0E3E1BE-CA8E-4E5F-9525-0E627C1DA3F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680" cy="3085560"/>
          </a:xfrm>
          <a:prstGeom prst="rect">
            <a:avLst/>
          </a:prstGeom>
        </p:spPr>
      </p:sp>
      <p:sp>
        <p:nvSpPr>
          <p:cNvPr id="206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6000">
              <a:lnSpc>
                <a:spcPct val="100000"/>
              </a:lnSpc>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6000">
              <a:lnSpc>
                <a:spcPct val="100000"/>
              </a:lnSpc>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6000">
              <a:lnSpc>
                <a:spcPct val="100000"/>
              </a:lnSpc>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6000">
              <a:lnSpc>
                <a:spcPct val="100000"/>
              </a:lnSpc>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6000">
              <a:lnSpc>
                <a:spcPct val="100000"/>
              </a:lnSpc>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los jobs de mantenimiento si se pierde msdb y no hay backup?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F0CE6F3-1E6C-41F8-9A6B-7F67C462303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680" cy="3085560"/>
          </a:xfrm>
          <a:prstGeom prst="rect">
            <a:avLst/>
          </a:prstGeom>
        </p:spPr>
      </p:sp>
      <p:sp>
        <p:nvSpPr>
          <p:cNvPr id="206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6000">
              <a:lnSpc>
                <a:spcPct val="100000"/>
              </a:lnSpc>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6000">
              <a:lnSpc>
                <a:spcPct val="100000"/>
              </a:lnSpc>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6000">
              <a:lnSpc>
                <a:spcPct val="100000"/>
              </a:lnSpc>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6000">
              <a:lnSpc>
                <a:spcPct val="100000"/>
              </a:lnSpc>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6000">
              <a:lnSpc>
                <a:spcPct val="100000"/>
              </a:lnSpc>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7551673-CCE6-40E9-B85B-5064D1C09F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680" cy="3085560"/>
          </a:xfrm>
          <a:prstGeom prst="rect">
            <a:avLst/>
          </a:prstGeom>
        </p:spPr>
      </p:sp>
      <p:sp>
        <p:nvSpPr>
          <p:cNvPr id="206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6000">
              <a:lnSpc>
                <a:spcPct val="100000"/>
              </a:lnSpc>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6000">
              <a:lnSpc>
                <a:spcPct val="100000"/>
              </a:lnSpc>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6000">
              <a:lnSpc>
                <a:spcPct val="100000"/>
              </a:lnSpc>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6000">
              <a:lnSpc>
                <a:spcPct val="100000"/>
              </a:lnSpc>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6000">
              <a:lnSpc>
                <a:spcPct val="100000"/>
              </a:lnSpc>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64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BF5807E-09B8-493F-BBED-67C67AD9264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680" cy="3085560"/>
          </a:xfrm>
          <a:prstGeom prst="rect">
            <a:avLst/>
          </a:prstGeom>
        </p:spPr>
      </p:sp>
      <p:sp>
        <p:nvSpPr>
          <p:cNvPr id="207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6000">
              <a:lnSpc>
                <a:spcPct val="100000"/>
              </a:lnSpc>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6000">
              <a:lnSpc>
                <a:spcPct val="100000"/>
              </a:lnSpc>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6000">
              <a:lnSpc>
                <a:spcPct val="100000"/>
              </a:lnSpc>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6000">
              <a:lnSpc>
                <a:spcPct val="100000"/>
              </a:lnSpc>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6000">
              <a:lnSpc>
                <a:spcPct val="100000"/>
              </a:lnSpc>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2CB53D4-4E0B-4F54-92E0-F13E5132E9B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680" cy="3085560"/>
          </a:xfrm>
          <a:prstGeom prst="rect">
            <a:avLst/>
          </a:prstGeom>
        </p:spPr>
      </p:sp>
      <p:sp>
        <p:nvSpPr>
          <p:cNvPr id="207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6000">
              <a:lnSpc>
                <a:spcPct val="100000"/>
              </a:lnSpc>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6000">
              <a:lnSpc>
                <a:spcPct val="100000"/>
              </a:lnSpc>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6000">
              <a:lnSpc>
                <a:spcPct val="100000"/>
              </a:lnSpc>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6000">
              <a:lnSpc>
                <a:spcPct val="100000"/>
              </a:lnSpc>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6000">
              <a:lnSpc>
                <a:spcPct val="100000"/>
              </a:lnSpc>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6000">
              <a:lnSpc>
                <a:spcPct val="100000"/>
              </a:lnSpc>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6000">
              <a:lnSpc>
                <a:spcPct val="100000"/>
              </a:lnSpc>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64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6DC793E-713D-4BC2-BF70-F340D88FA02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680" cy="3085560"/>
          </a:xfrm>
          <a:prstGeom prst="rect">
            <a:avLst/>
          </a:prstGeom>
        </p:spPr>
      </p:sp>
      <p:sp>
        <p:nvSpPr>
          <p:cNvPr id="207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6000">
              <a:lnSpc>
                <a:spcPct val="100000"/>
              </a:lnSpc>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6000">
              <a:lnSpc>
                <a:spcPct val="100000"/>
              </a:lnSpc>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6000">
              <a:lnSpc>
                <a:spcPct val="100000"/>
              </a:lnSpc>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6000">
              <a:lnSpc>
                <a:spcPct val="100000"/>
              </a:lnSpc>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6000">
              <a:lnSpc>
                <a:spcPct val="100000"/>
              </a:lnSpc>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6000">
              <a:lnSpc>
                <a:spcPct val="100000"/>
              </a:lnSpc>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C4ADE0F-EBF2-4F77-926B-6B027313BDB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680" cy="3085560"/>
          </a:xfrm>
          <a:prstGeom prst="rect">
            <a:avLst/>
          </a:prstGeom>
        </p:spPr>
      </p:sp>
      <p:sp>
        <p:nvSpPr>
          <p:cNvPr id="208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6000">
              <a:lnSpc>
                <a:spcPct val="100000"/>
              </a:lnSpc>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6000">
              <a:lnSpc>
                <a:spcPct val="100000"/>
              </a:lnSpc>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6000">
              <a:lnSpc>
                <a:spcPct val="100000"/>
              </a:lnSpc>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6000">
              <a:lnSpc>
                <a:spcPct val="100000"/>
              </a:lnSpc>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ejecutar ALTER DATABASE Ventas MODIFY FILEGROUP FG_DATOS DEFAULT.</a:t>
            </a:r>
            <a:endParaRPr b="0" lang="es-ES" sz="2000" spc="-1" strike="noStrike">
              <a:latin typeface="Arial"/>
            </a:endParaRPr>
          </a:p>
          <a:p>
            <a:pPr marL="216000" indent="-216000">
              <a:lnSpc>
                <a:spcPct val="100000"/>
              </a:lnSpc>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6000">
              <a:lnSpc>
                <a:spcPct val="100000"/>
              </a:lnSpc>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6000">
              <a:lnSpc>
                <a:spcPct val="100000"/>
              </a:lnSpc>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64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677DB44-FE75-4C1E-9AB8-34037629AA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680" cy="3085560"/>
          </a:xfrm>
          <a:prstGeom prst="rect">
            <a:avLst/>
          </a:prstGeom>
        </p:spPr>
      </p:sp>
      <p:sp>
        <p:nvSpPr>
          <p:cNvPr id="208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6000">
              <a:lnSpc>
                <a:spcPct val="100000"/>
              </a:lnSpc>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6000">
              <a:lnSpc>
                <a:spcPct val="100000"/>
              </a:lnSpc>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6000">
              <a:lnSpc>
                <a:spcPct val="100000"/>
              </a:lnSpc>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6000">
              <a:lnSpc>
                <a:spcPct val="100000"/>
              </a:lnSpc>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6000">
              <a:lnSpc>
                <a:spcPct val="100000"/>
              </a:lnSpc>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6000">
              <a:lnSpc>
                <a:spcPct val="100000"/>
              </a:lnSpc>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64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29CC1E-3137-48EA-A940-7EB631486C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680" cy="3085560"/>
          </a:xfrm>
          <a:prstGeom prst="rect">
            <a:avLst/>
          </a:prstGeom>
        </p:spPr>
      </p:sp>
      <p:sp>
        <p:nvSpPr>
          <p:cNvPr id="208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6000">
              <a:lnSpc>
                <a:spcPct val="100000"/>
              </a:lnSpc>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6000">
              <a:lnSpc>
                <a:spcPct val="100000"/>
              </a:lnSpc>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6000">
              <a:lnSpc>
                <a:spcPct val="100000"/>
              </a:lnSpc>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6000">
              <a:lnSpc>
                <a:spcPct val="100000"/>
              </a:lnSpc>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6000">
              <a:lnSpc>
                <a:spcPct val="100000"/>
              </a:lnSpc>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6000">
              <a:lnSpc>
                <a:spcPct val="100000"/>
              </a:lnSpc>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64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B6D7961-CFD7-433C-9043-FBCF55B376A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680" cy="3085560"/>
          </a:xfrm>
          <a:prstGeom prst="rect">
            <a:avLst/>
          </a:prstGeom>
        </p:spPr>
      </p:sp>
      <p:sp>
        <p:nvSpPr>
          <p:cNvPr id="209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6000">
              <a:lnSpc>
                <a:spcPct val="100000"/>
              </a:lnSpc>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6000">
              <a:lnSpc>
                <a:spcPct val="100000"/>
              </a:lnSpc>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6000">
              <a:lnSpc>
                <a:spcPct val="100000"/>
              </a:lnSpc>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6000">
              <a:lnSpc>
                <a:spcPct val="100000"/>
              </a:lnSpc>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6000">
              <a:lnSpc>
                <a:spcPct val="100000"/>
              </a:lnSpc>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6000">
              <a:lnSpc>
                <a:spcPct val="100000"/>
              </a:lnSpc>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F53C826-BD43-48C1-A7A3-A43E5041E36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680" cy="3085560"/>
          </a:xfrm>
          <a:prstGeom prst="rect">
            <a:avLst/>
          </a:prstGeom>
        </p:spPr>
      </p:sp>
      <p:sp>
        <p:nvSpPr>
          <p:cNvPr id="209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6000">
              <a:lnSpc>
                <a:spcPct val="100000"/>
              </a:lnSpc>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6000">
              <a:lnSpc>
                <a:spcPct val="100000"/>
              </a:lnSpc>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6000">
              <a:lnSpc>
                <a:spcPct val="100000"/>
              </a:lnSpc>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6000">
              <a:lnSpc>
                <a:spcPct val="100000"/>
              </a:lnSpc>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6000">
              <a:lnSpc>
                <a:spcPct val="100000"/>
              </a:lnSpc>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6000">
              <a:lnSpc>
                <a:spcPct val="100000"/>
              </a:lnSpc>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FCB49E-892B-4830-B88B-773BD52C0A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680" cy="3085560"/>
          </a:xfrm>
          <a:prstGeom prst="rect">
            <a:avLst/>
          </a:prstGeom>
        </p:spPr>
      </p:sp>
      <p:sp>
        <p:nvSpPr>
          <p:cNvPr id="209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6000">
              <a:lnSpc>
                <a:spcPct val="100000"/>
              </a:lnSpc>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6000">
              <a:lnSpc>
                <a:spcPct val="100000"/>
              </a:lnSpc>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6000">
              <a:lnSpc>
                <a:spcPct val="100000"/>
              </a:lnSpc>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6000">
              <a:lnSpc>
                <a:spcPct val="100000"/>
              </a:lnSpc>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6000">
              <a:lnSpc>
                <a:spcPct val="100000"/>
              </a:lnSpc>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6000">
              <a:lnSpc>
                <a:spcPct val="100000"/>
              </a:lnSpc>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creéis que se exige COUNT_BIG(*) cuando hay GROUP BY?</a:t>
            </a:r>
            <a:endParaRPr b="0" lang="es-ES" sz="2000" spc="-1" strike="noStrike">
              <a:latin typeface="Arial"/>
            </a:endParaRPr>
          </a:p>
          <a:p>
            <a:pPr marL="216000" indent="-21564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E23D339-0BC0-480E-9F04-76B56C345AC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680" cy="3085560"/>
          </a:xfrm>
          <a:prstGeom prst="rect">
            <a:avLst/>
          </a:prstGeom>
        </p:spPr>
      </p:sp>
      <p:sp>
        <p:nvSpPr>
          <p:cNvPr id="209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6000">
              <a:lnSpc>
                <a:spcPct val="100000"/>
              </a:lnSpc>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6000">
              <a:lnSpc>
                <a:spcPct val="100000"/>
              </a:lnSpc>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6000">
              <a:lnSpc>
                <a:spcPct val="100000"/>
              </a:lnSpc>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6000">
              <a:lnSpc>
                <a:spcPct val="100000"/>
              </a:lnSpc>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6000">
              <a:lnSpc>
                <a:spcPct val="100000"/>
              </a:lnSpc>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6000">
              <a:lnSpc>
                <a:spcPct val="100000"/>
              </a:lnSpc>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D5180A-7E66-4A11-8D76-40223E4E5E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680" cy="3085560"/>
          </a:xfrm>
          <a:prstGeom prst="rect">
            <a:avLst/>
          </a:prstGeom>
        </p:spPr>
      </p:sp>
      <p:sp>
        <p:nvSpPr>
          <p:cNvPr id="210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6000">
              <a:lnSpc>
                <a:spcPct val="100000"/>
              </a:lnSpc>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6000">
              <a:lnSpc>
                <a:spcPct val="100000"/>
              </a:lnSpc>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6000">
              <a:lnSpc>
                <a:spcPct val="100000"/>
              </a:lnSpc>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6000">
              <a:lnSpc>
                <a:spcPct val="100000"/>
              </a:lnSpc>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6000">
              <a:lnSpc>
                <a:spcPct val="100000"/>
              </a:lnSpc>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6000">
              <a:lnSpc>
                <a:spcPct val="100000"/>
              </a:lnSpc>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3D14FB5-6601-4771-9725-C73B2EF11D8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680" cy="3085560"/>
          </a:xfrm>
          <a:prstGeom prst="rect">
            <a:avLst/>
          </a:prstGeom>
        </p:spPr>
      </p:sp>
      <p:sp>
        <p:nvSpPr>
          <p:cNvPr id="210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6000">
              <a:lnSpc>
                <a:spcPct val="100000"/>
              </a:lnSpc>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6000">
              <a:lnSpc>
                <a:spcPct val="100000"/>
              </a:lnSpc>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6000">
              <a:lnSpc>
                <a:spcPct val="100000"/>
              </a:lnSpc>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6000">
              <a:lnSpc>
                <a:spcPct val="100000"/>
              </a:lnSpc>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6000">
              <a:lnSpc>
                <a:spcPct val="100000"/>
              </a:lnSpc>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6000">
              <a:lnSpc>
                <a:spcPct val="100000"/>
              </a:lnSpc>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6DD11D-AEF4-4754-BE59-E6D80582439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680" cy="3085560"/>
          </a:xfrm>
          <a:prstGeom prst="rect">
            <a:avLst/>
          </a:prstGeom>
        </p:spPr>
      </p:sp>
      <p:sp>
        <p:nvSpPr>
          <p:cNvPr id="210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6000">
              <a:lnSpc>
                <a:spcPct val="100000"/>
              </a:lnSpc>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6000">
              <a:lnSpc>
                <a:spcPct val="100000"/>
              </a:lnSpc>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6000">
              <a:lnSpc>
                <a:spcPct val="100000"/>
              </a:lnSpc>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6000">
              <a:lnSpc>
                <a:spcPct val="100000"/>
              </a:lnSpc>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6000">
              <a:lnSpc>
                <a:spcPct val="100000"/>
              </a:lnSpc>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6000">
              <a:lnSpc>
                <a:spcPct val="100000"/>
              </a:lnSpc>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64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FA130BC-A831-42E7-8077-B23A8823C88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680" cy="3085560"/>
          </a:xfrm>
          <a:prstGeom prst="rect">
            <a:avLst/>
          </a:prstGeom>
        </p:spPr>
      </p:sp>
      <p:sp>
        <p:nvSpPr>
          <p:cNvPr id="211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6000">
              <a:lnSpc>
                <a:spcPct val="100000"/>
              </a:lnSpc>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6000">
              <a:lnSpc>
                <a:spcPct val="100000"/>
              </a:lnSpc>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6000">
              <a:lnSpc>
                <a:spcPct val="100000"/>
              </a:lnSpc>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6000">
              <a:lnSpc>
                <a:spcPct val="100000"/>
              </a:lnSpc>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6000">
              <a:lnSpc>
                <a:spcPct val="100000"/>
              </a:lnSpc>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6000">
              <a:lnSpc>
                <a:spcPct val="100000"/>
              </a:lnSpc>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86C21D0-89F6-4029-A57F-18C0DF48FA3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680" cy="3085560"/>
          </a:xfrm>
          <a:prstGeom prst="rect">
            <a:avLst/>
          </a:prstGeom>
        </p:spPr>
      </p:sp>
      <p:sp>
        <p:nvSpPr>
          <p:cNvPr id="211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6000">
              <a:lnSpc>
                <a:spcPct val="100000"/>
              </a:lnSpc>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6000">
              <a:lnSpc>
                <a:spcPct val="100000"/>
              </a:lnSpc>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6000">
              <a:lnSpc>
                <a:spcPct val="100000"/>
              </a:lnSpc>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6000">
              <a:lnSpc>
                <a:spcPct val="100000"/>
              </a:lnSpc>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6000">
              <a:lnSpc>
                <a:spcPct val="100000"/>
              </a:lnSpc>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6000">
              <a:lnSpc>
                <a:spcPct val="100000"/>
              </a:lnSpc>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23E45C7-61DF-4E26-9BC1-69F0B8D1544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680" cy="3085560"/>
          </a:xfrm>
          <a:prstGeom prst="rect">
            <a:avLst/>
          </a:prstGeom>
        </p:spPr>
      </p:sp>
      <p:sp>
        <p:nvSpPr>
          <p:cNvPr id="211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6000">
              <a:lnSpc>
                <a:spcPct val="100000"/>
              </a:lnSpc>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6000">
              <a:lnSpc>
                <a:spcPct val="100000"/>
              </a:lnSpc>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6000">
              <a:lnSpc>
                <a:spcPct val="100000"/>
              </a:lnSpc>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6000">
              <a:lnSpc>
                <a:spcPct val="100000"/>
              </a:lnSpc>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6000">
              <a:lnSpc>
                <a:spcPct val="100000"/>
              </a:lnSpc>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6000">
              <a:lnSpc>
                <a:spcPct val="100000"/>
              </a:lnSpc>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64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18E99DF-77C8-4B41-A460-DB129D81D0A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680" cy="3085560"/>
          </a:xfrm>
          <a:prstGeom prst="rect">
            <a:avLst/>
          </a:prstGeom>
        </p:spPr>
      </p:sp>
      <p:sp>
        <p:nvSpPr>
          <p:cNvPr id="212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6000">
              <a:lnSpc>
                <a:spcPct val="100000"/>
              </a:lnSpc>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6000">
              <a:lnSpc>
                <a:spcPct val="100000"/>
              </a:lnSpc>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6000">
              <a:lnSpc>
                <a:spcPct val="100000"/>
              </a:lnSpc>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6000">
              <a:lnSpc>
                <a:spcPct val="100000"/>
              </a:lnSpc>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6000">
              <a:lnSpc>
                <a:spcPct val="100000"/>
              </a:lnSpc>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6000">
              <a:lnSpc>
                <a:spcPct val="100000"/>
              </a:lnSpc>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6000">
              <a:lnSpc>
                <a:spcPct val="100000"/>
              </a:lnSpc>
            </a:pPr>
            <a:r>
              <a:rPr b="0" lang="en-US" sz="2000" spc="-1" strike="noStrike">
                <a:latin typeface="Arial"/>
              </a:rPr>
              <a:t>- Crear la tabla dbo.BaseConocimiento con la columna ContenidoEmbedding VECTOR(4).</a:t>
            </a:r>
            <a:endParaRPr b="0" lang="es-ES" sz="2000" spc="-1" strike="noStrike">
              <a:latin typeface="Arial"/>
            </a:endParaRPr>
          </a:p>
          <a:p>
            <a:pPr marL="216000" indent="-21564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4B5D512-1F85-4353-9C8E-432CE1500A0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680" cy="3085560"/>
          </a:xfrm>
          <a:prstGeom prst="rect">
            <a:avLst/>
          </a:prstGeom>
        </p:spPr>
      </p:sp>
      <p:sp>
        <p:nvSpPr>
          <p:cNvPr id="212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6000">
              <a:lnSpc>
                <a:spcPct val="100000"/>
              </a:lnSpc>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6000">
              <a:lnSpc>
                <a:spcPct val="100000"/>
              </a:lnSpc>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6000">
              <a:lnSpc>
                <a:spcPct val="100000"/>
              </a:lnSpc>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6000">
              <a:lnSpc>
                <a:spcPct val="100000"/>
              </a:lnSpc>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6000">
              <a:lnSpc>
                <a:spcPct val="100000"/>
              </a:lnSpc>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6000">
              <a:lnSpc>
                <a:spcPct val="100000"/>
              </a:lnSpc>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6000">
              <a:lnSpc>
                <a:spcPct val="100000"/>
              </a:lnSpc>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6000">
              <a:lnSpc>
                <a:spcPct val="100000"/>
              </a:lnSpc>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6000">
              <a:lnSpc>
                <a:spcPct val="100000"/>
              </a:lnSpc>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6000">
              <a:lnSpc>
                <a:spcPct val="100000"/>
              </a:lnSpc>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6000">
              <a:lnSpc>
                <a:spcPct val="100000"/>
              </a:lnSpc>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A2194A-78B7-4EC3-9819-56ADC851C11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680" cy="3085560"/>
          </a:xfrm>
          <a:prstGeom prst="rect">
            <a:avLst/>
          </a:prstGeom>
        </p:spPr>
      </p:sp>
      <p:sp>
        <p:nvSpPr>
          <p:cNvPr id="212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6000">
              <a:lnSpc>
                <a:spcPct val="100000"/>
              </a:lnSpc>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6000">
              <a:lnSpc>
                <a:spcPct val="100000"/>
              </a:lnSpc>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6000">
              <a:lnSpc>
                <a:spcPct val="100000"/>
              </a:lnSpc>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6000">
              <a:lnSpc>
                <a:spcPct val="100000"/>
              </a:lnSpc>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6000">
              <a:lnSpc>
                <a:spcPct val="100000"/>
              </a:lnSpc>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6000">
              <a:lnSpc>
                <a:spcPct val="100000"/>
              </a:lnSpc>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2161C4-F3D9-4C17-A6DA-04CA548E753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680" cy="3085560"/>
          </a:xfrm>
          <a:prstGeom prst="rect">
            <a:avLst/>
          </a:prstGeom>
        </p:spPr>
      </p:sp>
      <p:sp>
        <p:nvSpPr>
          <p:cNvPr id="212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6000">
              <a:lnSpc>
                <a:spcPct val="100000"/>
              </a:lnSpc>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6000">
              <a:lnSpc>
                <a:spcPct val="100000"/>
              </a:lnSpc>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6000">
              <a:lnSpc>
                <a:spcPct val="100000"/>
              </a:lnSpc>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6000">
              <a:lnSpc>
                <a:spcPct val="100000"/>
              </a:lnSpc>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6000">
              <a:lnSpc>
                <a:spcPct val="100000"/>
              </a:lnSpc>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6000">
              <a:lnSpc>
                <a:spcPct val="100000"/>
              </a:lnSpc>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9C87507-C8C4-4C8E-8AB4-F2614309A0E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680" cy="3085560"/>
          </a:xfrm>
          <a:prstGeom prst="rect">
            <a:avLst/>
          </a:prstGeom>
        </p:spPr>
      </p:sp>
      <p:sp>
        <p:nvSpPr>
          <p:cNvPr id="213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6000">
              <a:lnSpc>
                <a:spcPct val="100000"/>
              </a:lnSpc>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6000">
              <a:lnSpc>
                <a:spcPct val="100000"/>
              </a:lnSpc>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6000">
              <a:lnSpc>
                <a:spcPct val="100000"/>
              </a:lnSpc>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6000">
              <a:lnSpc>
                <a:spcPct val="100000"/>
              </a:lnSpc>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6000">
              <a:lnSpc>
                <a:spcPct val="100000"/>
              </a:lnSpc>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6000">
              <a:lnSpc>
                <a:spcPct val="100000"/>
              </a:lnSpc>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B3FD22B-A3C0-4367-B3D2-E98A8893854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680" cy="3085560"/>
          </a:xfrm>
          <a:prstGeom prst="rect">
            <a:avLst/>
          </a:prstGeom>
        </p:spPr>
      </p:sp>
      <p:sp>
        <p:nvSpPr>
          <p:cNvPr id="213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6000">
              <a:lnSpc>
                <a:spcPct val="100000"/>
              </a:lnSpc>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6000">
              <a:lnSpc>
                <a:spcPct val="100000"/>
              </a:lnSpc>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6000">
              <a:lnSpc>
                <a:spcPct val="100000"/>
              </a:lnSpc>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6000">
              <a:lnSpc>
                <a:spcPct val="100000"/>
              </a:lnSpc>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6000">
              <a:lnSpc>
                <a:spcPct val="100000"/>
              </a:lnSpc>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6000">
              <a:lnSpc>
                <a:spcPct val="100000"/>
              </a:lnSpc>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43D9637-4E05-4636-A51B-EA207022CA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680" cy="3085560"/>
          </a:xfrm>
          <a:prstGeom prst="rect">
            <a:avLst/>
          </a:prstGeom>
        </p:spPr>
      </p:sp>
      <p:sp>
        <p:nvSpPr>
          <p:cNvPr id="213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6000">
              <a:lnSpc>
                <a:spcPct val="100000"/>
              </a:lnSpc>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6000">
              <a:lnSpc>
                <a:spcPct val="100000"/>
              </a:lnSpc>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6000">
              <a:lnSpc>
                <a:spcPct val="100000"/>
              </a:lnSpc>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6000">
              <a:lnSpc>
                <a:spcPct val="100000"/>
              </a:lnSpc>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6000">
              <a:lnSpc>
                <a:spcPct val="100000"/>
              </a:lnSpc>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6000">
              <a:lnSpc>
                <a:spcPct val="100000"/>
              </a:lnSpc>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8F7DA18-D11E-475B-8DD3-8545309EA99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680" cy="3085560"/>
          </a:xfrm>
          <a:prstGeom prst="rect">
            <a:avLst/>
          </a:prstGeom>
        </p:spPr>
      </p:sp>
      <p:sp>
        <p:nvSpPr>
          <p:cNvPr id="214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6000">
              <a:lnSpc>
                <a:spcPct val="100000"/>
              </a:lnSpc>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6000">
              <a:lnSpc>
                <a:spcPct val="100000"/>
              </a:lnSpc>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6000">
              <a:lnSpc>
                <a:spcPct val="100000"/>
              </a:lnSpc>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6000">
              <a:lnSpc>
                <a:spcPct val="100000"/>
              </a:lnSpc>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6000">
              <a:lnSpc>
                <a:spcPct val="100000"/>
              </a:lnSpc>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6000">
              <a:lnSpc>
                <a:spcPct val="100000"/>
              </a:lnSpc>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B78B761-625C-4C47-A648-4B6E42AEF29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680" cy="3085560"/>
          </a:xfrm>
          <a:prstGeom prst="rect">
            <a:avLst/>
          </a:prstGeom>
        </p:spPr>
      </p:sp>
      <p:sp>
        <p:nvSpPr>
          <p:cNvPr id="214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6000">
              <a:lnSpc>
                <a:spcPct val="100000"/>
              </a:lnSpc>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6000">
              <a:lnSpc>
                <a:spcPct val="100000"/>
              </a:lnSpc>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6000">
              <a:lnSpc>
                <a:spcPct val="100000"/>
              </a:lnSpc>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6000">
              <a:lnSpc>
                <a:spcPct val="100000"/>
              </a:lnSpc>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6000">
              <a:lnSpc>
                <a:spcPct val="100000"/>
              </a:lnSpc>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6000">
              <a:lnSpc>
                <a:spcPct val="100000"/>
              </a:lnSpc>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84B511F-2479-4A39-9C50-F608C058B02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680" cy="3085560"/>
          </a:xfrm>
          <a:prstGeom prst="rect">
            <a:avLst/>
          </a:prstGeom>
        </p:spPr>
      </p:sp>
      <p:sp>
        <p:nvSpPr>
          <p:cNvPr id="214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6000">
              <a:lnSpc>
                <a:spcPct val="100000"/>
              </a:lnSpc>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6000">
              <a:lnSpc>
                <a:spcPct val="100000"/>
              </a:lnSpc>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6000">
              <a:lnSpc>
                <a:spcPct val="100000"/>
              </a:lnSpc>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6000">
              <a:lnSpc>
                <a:spcPct val="100000"/>
              </a:lnSpc>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6000">
              <a:lnSpc>
                <a:spcPct val="100000"/>
              </a:lnSpc>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6000">
              <a:lnSpc>
                <a:spcPct val="100000"/>
              </a:lnSpc>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6000">
              <a:lnSpc>
                <a:spcPct val="100000"/>
              </a:lnSpc>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6000">
              <a:lnSpc>
                <a:spcPct val="100000"/>
              </a:lnSpc>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6000">
              <a:lnSpc>
                <a:spcPct val="100000"/>
              </a:lnSpc>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6000">
              <a:lnSpc>
                <a:spcPct val="100000"/>
              </a:lnSpc>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6000">
              <a:lnSpc>
                <a:spcPct val="100000"/>
              </a:lnSpc>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5FADA16-593F-4172-9188-4D039FBA13F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680" cy="3085560"/>
          </a:xfrm>
          <a:prstGeom prst="rect">
            <a:avLst/>
          </a:prstGeom>
        </p:spPr>
      </p:sp>
      <p:sp>
        <p:nvSpPr>
          <p:cNvPr id="215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6000">
              <a:lnSpc>
                <a:spcPct val="100000"/>
              </a:lnSpc>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6000">
              <a:lnSpc>
                <a:spcPct val="100000"/>
              </a:lnSpc>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6000">
              <a:lnSpc>
                <a:spcPct val="100000"/>
              </a:lnSpc>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6000">
              <a:lnSpc>
                <a:spcPct val="100000"/>
              </a:lnSpc>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6000">
              <a:lnSpc>
                <a:spcPct val="100000"/>
              </a:lnSpc>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64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6AA0CE4-E611-4F2B-B2CA-739F7942F01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680" cy="3085560"/>
          </a:xfrm>
          <a:prstGeom prst="rect">
            <a:avLst/>
          </a:prstGeom>
        </p:spPr>
      </p:sp>
      <p:sp>
        <p:nvSpPr>
          <p:cNvPr id="215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6000">
              <a:lnSpc>
                <a:spcPct val="100000"/>
              </a:lnSpc>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6000">
              <a:lnSpc>
                <a:spcPct val="100000"/>
              </a:lnSpc>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6000">
              <a:lnSpc>
                <a:spcPct val="100000"/>
              </a:lnSpc>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6000">
              <a:lnSpc>
                <a:spcPct val="100000"/>
              </a:lnSpc>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6000">
              <a:lnSpc>
                <a:spcPct val="100000"/>
              </a:lnSpc>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B460A80-B97A-42C3-9638-B65D97636E7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680" cy="3085560"/>
          </a:xfrm>
          <a:prstGeom prst="rect">
            <a:avLst/>
          </a:prstGeom>
        </p:spPr>
      </p:sp>
      <p:sp>
        <p:nvSpPr>
          <p:cNvPr id="215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6000">
              <a:lnSpc>
                <a:spcPct val="100000"/>
              </a:lnSpc>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6000">
              <a:lnSpc>
                <a:spcPct val="100000"/>
              </a:lnSpc>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6000">
              <a:lnSpc>
                <a:spcPct val="100000"/>
              </a:lnSpc>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6000">
              <a:lnSpc>
                <a:spcPct val="100000"/>
              </a:lnSpc>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6000">
              <a:lnSpc>
                <a:spcPct val="100000"/>
              </a:lnSpc>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6000">
              <a:lnSpc>
                <a:spcPct val="100000"/>
              </a:lnSpc>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500CFAB-E3D8-4DDA-AD4A-5ACB8879F7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680" cy="3085560"/>
          </a:xfrm>
          <a:prstGeom prst="rect">
            <a:avLst/>
          </a:prstGeom>
        </p:spPr>
      </p:sp>
      <p:sp>
        <p:nvSpPr>
          <p:cNvPr id="215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6000">
              <a:lnSpc>
                <a:spcPct val="100000"/>
              </a:lnSpc>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6000">
              <a:lnSpc>
                <a:spcPct val="100000"/>
              </a:lnSpc>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6000">
              <a:lnSpc>
                <a:spcPct val="100000"/>
              </a:lnSpc>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6000">
              <a:lnSpc>
                <a:spcPct val="100000"/>
              </a:lnSpc>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6000">
              <a:lnSpc>
                <a:spcPct val="100000"/>
              </a:lnSpc>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1D0B694-7203-462E-8F62-D7A99C5D4A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680" cy="3085560"/>
          </a:xfrm>
          <a:prstGeom prst="rect">
            <a:avLst/>
          </a:prstGeom>
        </p:spPr>
      </p:sp>
      <p:sp>
        <p:nvSpPr>
          <p:cNvPr id="216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6000">
              <a:lnSpc>
                <a:spcPct val="100000"/>
              </a:lnSpc>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6000">
              <a:lnSpc>
                <a:spcPct val="100000"/>
              </a:lnSpc>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6000">
              <a:lnSpc>
                <a:spcPct val="100000"/>
              </a:lnSpc>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6000">
              <a:lnSpc>
                <a:spcPct val="100000"/>
              </a:lnSpc>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6000">
              <a:lnSpc>
                <a:spcPct val="100000"/>
              </a:lnSpc>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64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1DB934D-B038-4A2D-9C65-EBE98D9408E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680" cy="3085560"/>
          </a:xfrm>
          <a:prstGeom prst="rect">
            <a:avLst/>
          </a:prstGeom>
        </p:spPr>
      </p:sp>
      <p:sp>
        <p:nvSpPr>
          <p:cNvPr id="216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6000">
              <a:lnSpc>
                <a:spcPct val="100000"/>
              </a:lnSpc>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6000">
              <a:lnSpc>
                <a:spcPct val="100000"/>
              </a:lnSpc>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6000">
              <a:lnSpc>
                <a:spcPct val="100000"/>
              </a:lnSpc>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6000">
              <a:lnSpc>
                <a:spcPct val="100000"/>
              </a:lnSpc>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6000">
              <a:lnSpc>
                <a:spcPct val="100000"/>
              </a:lnSpc>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3970A4-61AB-42A3-81E4-62BAFA924B9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680" cy="3085560"/>
          </a:xfrm>
          <a:prstGeom prst="rect">
            <a:avLst/>
          </a:prstGeom>
        </p:spPr>
      </p:sp>
      <p:sp>
        <p:nvSpPr>
          <p:cNvPr id="216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6000">
              <a:lnSpc>
                <a:spcPct val="100000"/>
              </a:lnSpc>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6000">
              <a:lnSpc>
                <a:spcPct val="100000"/>
              </a:lnSpc>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6000">
              <a:lnSpc>
                <a:spcPct val="100000"/>
              </a:lnSpc>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6000">
              <a:lnSpc>
                <a:spcPct val="100000"/>
              </a:lnSpc>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6000">
              <a:lnSpc>
                <a:spcPct val="100000"/>
              </a:lnSpc>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6000">
              <a:lnSpc>
                <a:spcPct val="100000"/>
              </a:lnSpc>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46F789-4B4A-48D8-A310-1B125EB4B7F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680" cy="3085560"/>
          </a:xfrm>
          <a:prstGeom prst="rect">
            <a:avLst/>
          </a:prstGeom>
        </p:spPr>
      </p:sp>
      <p:sp>
        <p:nvSpPr>
          <p:cNvPr id="217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6000">
              <a:lnSpc>
                <a:spcPct val="100000"/>
              </a:lnSpc>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6000">
              <a:lnSpc>
                <a:spcPct val="100000"/>
              </a:lnSpc>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6000">
              <a:lnSpc>
                <a:spcPct val="100000"/>
              </a:lnSpc>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6000">
              <a:lnSpc>
                <a:spcPct val="100000"/>
              </a:lnSpc>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6000">
              <a:lnSpc>
                <a:spcPct val="100000"/>
              </a:lnSpc>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9365C91-013F-4E6A-947F-49C85F34C04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680" cy="3085560"/>
          </a:xfrm>
          <a:prstGeom prst="rect">
            <a:avLst/>
          </a:prstGeom>
        </p:spPr>
      </p:sp>
      <p:sp>
        <p:nvSpPr>
          <p:cNvPr id="217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6000">
              <a:lnSpc>
                <a:spcPct val="100000"/>
              </a:lnSpc>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6000">
              <a:lnSpc>
                <a:spcPct val="100000"/>
              </a:lnSpc>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6000">
              <a:lnSpc>
                <a:spcPct val="100000"/>
              </a:lnSpc>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6000">
              <a:lnSpc>
                <a:spcPct val="100000"/>
              </a:lnSpc>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6000">
              <a:lnSpc>
                <a:spcPct val="100000"/>
              </a:lnSpc>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0B95073-E98C-4724-B81F-7FA0CEECA07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680" cy="3085560"/>
          </a:xfrm>
          <a:prstGeom prst="rect">
            <a:avLst/>
          </a:prstGeom>
        </p:spPr>
      </p:sp>
      <p:sp>
        <p:nvSpPr>
          <p:cNvPr id="217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6000">
              <a:lnSpc>
                <a:spcPct val="100000"/>
              </a:lnSpc>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6000">
              <a:lnSpc>
                <a:spcPct val="100000"/>
              </a:lnSpc>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6000">
              <a:lnSpc>
                <a:spcPct val="100000"/>
              </a:lnSpc>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6000">
              <a:lnSpc>
                <a:spcPct val="100000"/>
              </a:lnSpc>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6000">
              <a:lnSpc>
                <a:spcPct val="100000"/>
              </a:lnSpc>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12265A5-B121-4A2F-B773-E4CC065F6A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680" cy="3085560"/>
          </a:xfrm>
          <a:prstGeom prst="rect">
            <a:avLst/>
          </a:prstGeom>
        </p:spPr>
      </p:sp>
      <p:sp>
        <p:nvSpPr>
          <p:cNvPr id="218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6000">
              <a:lnSpc>
                <a:spcPct val="100000"/>
              </a:lnSpc>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6000">
              <a:lnSpc>
                <a:spcPct val="100000"/>
              </a:lnSpc>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6000">
              <a:lnSpc>
                <a:spcPct val="100000"/>
              </a:lnSpc>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6000">
              <a:lnSpc>
                <a:spcPct val="100000"/>
              </a:lnSpc>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6000">
              <a:lnSpc>
                <a:spcPct val="100000"/>
              </a:lnSpc>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2084B0-7210-4D3A-8996-DB31450C08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680" cy="3085560"/>
          </a:xfrm>
          <a:prstGeom prst="rect">
            <a:avLst/>
          </a:prstGeom>
        </p:spPr>
      </p:sp>
      <p:sp>
        <p:nvSpPr>
          <p:cNvPr id="218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6000">
              <a:lnSpc>
                <a:spcPct val="100000"/>
              </a:lnSpc>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6000">
              <a:lnSpc>
                <a:spcPct val="100000"/>
              </a:lnSpc>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6000">
              <a:lnSpc>
                <a:spcPct val="100000"/>
              </a:lnSpc>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6000">
              <a:lnSpc>
                <a:spcPct val="100000"/>
              </a:lnSpc>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6000">
              <a:lnSpc>
                <a:spcPct val="100000"/>
              </a:lnSpc>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72317A-D3D3-4702-9D1B-13A48FF40E5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680" cy="3085560"/>
          </a:xfrm>
          <a:prstGeom prst="rect">
            <a:avLst/>
          </a:prstGeom>
        </p:spPr>
      </p:sp>
      <p:sp>
        <p:nvSpPr>
          <p:cNvPr id="218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6000">
              <a:lnSpc>
                <a:spcPct val="100000"/>
              </a:lnSpc>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6000">
              <a:lnSpc>
                <a:spcPct val="100000"/>
              </a:lnSpc>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6000">
              <a:lnSpc>
                <a:spcPct val="100000"/>
              </a:lnSpc>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6000">
              <a:lnSpc>
                <a:spcPct val="100000"/>
              </a:lnSpc>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6000">
              <a:lnSpc>
                <a:spcPct val="100000"/>
              </a:lnSpc>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64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FDBE4CE-4FE6-415C-A85E-EAA9C25F840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680" cy="3085560"/>
          </a:xfrm>
          <a:prstGeom prst="rect">
            <a:avLst/>
          </a:prstGeom>
        </p:spPr>
      </p:sp>
      <p:sp>
        <p:nvSpPr>
          <p:cNvPr id="218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6000">
              <a:lnSpc>
                <a:spcPct val="100000"/>
              </a:lnSpc>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6000">
              <a:lnSpc>
                <a:spcPct val="100000"/>
              </a:lnSpc>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6000">
              <a:lnSpc>
                <a:spcPct val="100000"/>
              </a:lnSpc>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6000">
              <a:lnSpc>
                <a:spcPct val="100000"/>
              </a:lnSpc>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6000">
              <a:lnSpc>
                <a:spcPct val="100000"/>
              </a:lnSpc>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AF7D289-453F-4F54-8ABA-27F0D08E51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680" cy="3085560"/>
          </a:xfrm>
          <a:prstGeom prst="rect">
            <a:avLst/>
          </a:prstGeom>
        </p:spPr>
      </p:sp>
      <p:sp>
        <p:nvSpPr>
          <p:cNvPr id="219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6000">
              <a:lnSpc>
                <a:spcPct val="100000"/>
              </a:lnSpc>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6000">
              <a:lnSpc>
                <a:spcPct val="100000"/>
              </a:lnSpc>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6000">
              <a:lnSpc>
                <a:spcPct val="100000"/>
              </a:lnSpc>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6000">
              <a:lnSpc>
                <a:spcPct val="100000"/>
              </a:lnSpc>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6000">
              <a:lnSpc>
                <a:spcPct val="100000"/>
              </a:lnSpc>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6000">
              <a:lnSpc>
                <a:spcPct val="100000"/>
              </a:lnSpc>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64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E151499-4697-49C5-82EA-440EC12D4A1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680" cy="3085560"/>
          </a:xfrm>
          <a:prstGeom prst="rect">
            <a:avLst/>
          </a:prstGeom>
        </p:spPr>
      </p:sp>
      <p:sp>
        <p:nvSpPr>
          <p:cNvPr id="219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6000">
              <a:lnSpc>
                <a:spcPct val="100000"/>
              </a:lnSpc>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6000">
              <a:lnSpc>
                <a:spcPct val="100000"/>
              </a:lnSpc>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6000">
              <a:lnSpc>
                <a:spcPct val="100000"/>
              </a:lnSpc>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6000">
              <a:lnSpc>
                <a:spcPct val="100000"/>
              </a:lnSpc>
            </a:pPr>
            <a:r>
              <a:rPr b="0" lang="en-US" sz="2000" spc="-1" strike="noStrike">
                <a:latin typeface="Arial"/>
              </a:rPr>
              <a:t>- ¿Qué coste adicional tiene ahora un INSERT en dbo.Pedido? ¿Cómo lo medirías?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6000">
              <a:lnSpc>
                <a:spcPct val="100000"/>
              </a:lnSpc>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6000">
              <a:lnSpc>
                <a:spcPct val="100000"/>
              </a:lnSpc>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6000">
              <a:lnSpc>
                <a:spcPct val="100000"/>
              </a:lnSpc>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6000">
              <a:lnSpc>
                <a:spcPct val="100000"/>
              </a:lnSpc>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6000">
              <a:lnSpc>
                <a:spcPct val="100000"/>
              </a:lnSpc>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6000">
              <a:lnSpc>
                <a:spcPct val="100000"/>
              </a:lnSpc>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6000">
              <a:lnSpc>
                <a:spcPct val="100000"/>
              </a:lnSpc>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6000">
              <a:lnSpc>
                <a:spcPct val="100000"/>
              </a:lnSpc>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6000">
              <a:lnSpc>
                <a:spcPct val="100000"/>
              </a:lnSpc>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EB77370-54C6-4FF6-871C-4BBE7C93A79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680" cy="3085560"/>
          </a:xfrm>
          <a:prstGeom prst="rect">
            <a:avLst/>
          </a:prstGeom>
        </p:spPr>
      </p:sp>
      <p:sp>
        <p:nvSpPr>
          <p:cNvPr id="219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6000">
              <a:lnSpc>
                <a:spcPct val="100000"/>
              </a:lnSpc>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6000">
              <a:lnSpc>
                <a:spcPct val="100000"/>
              </a:lnSpc>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6000">
              <a:lnSpc>
                <a:spcPct val="100000"/>
              </a:lnSpc>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6000">
              <a:lnSpc>
                <a:spcPct val="100000"/>
              </a:lnSpc>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6000">
              <a:lnSpc>
                <a:spcPct val="100000"/>
              </a:lnSpc>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6000">
              <a:lnSpc>
                <a:spcPct val="100000"/>
              </a:lnSpc>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6000">
              <a:lnSpc>
                <a:spcPct val="100000"/>
              </a:lnSpc>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6000">
              <a:lnSpc>
                <a:spcPct val="100000"/>
              </a:lnSpc>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6000">
              <a:lnSpc>
                <a:spcPct val="100000"/>
              </a:lnSpc>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6000">
              <a:lnSpc>
                <a:spcPct val="100000"/>
              </a:lnSpc>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43CA1D5-9F4E-4C49-9CA7-EA4306EAE3A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680" cy="3085560"/>
          </a:xfrm>
          <a:prstGeom prst="rect">
            <a:avLst/>
          </a:prstGeom>
        </p:spPr>
      </p:sp>
      <p:sp>
        <p:nvSpPr>
          <p:cNvPr id="220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6000">
              <a:lnSpc>
                <a:spcPct val="100000"/>
              </a:lnSpc>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6000">
              <a:lnSpc>
                <a:spcPct val="100000"/>
              </a:lnSpc>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6000">
              <a:lnSpc>
                <a:spcPct val="100000"/>
              </a:lnSpc>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6000">
              <a:lnSpc>
                <a:spcPct val="100000"/>
              </a:lnSpc>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6000">
              <a:lnSpc>
                <a:spcPct val="100000"/>
              </a:lnSpc>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6000">
              <a:lnSpc>
                <a:spcPct val="100000"/>
              </a:lnSpc>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6000">
              <a:lnSpc>
                <a:spcPct val="100000"/>
              </a:lnSpc>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6000">
              <a:lnSpc>
                <a:spcPct val="100000"/>
              </a:lnSpc>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6000">
              <a:lnSpc>
                <a:spcPct val="100000"/>
              </a:lnSpc>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6000">
              <a:lnSpc>
                <a:spcPct val="100000"/>
              </a:lnSpc>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60B2BC-54E9-4AE5-A561-70C8B2878F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680" cy="3085560"/>
          </a:xfrm>
          <a:prstGeom prst="rect">
            <a:avLst/>
          </a:prstGeom>
        </p:spPr>
      </p:sp>
      <p:sp>
        <p:nvSpPr>
          <p:cNvPr id="220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6000">
              <a:lnSpc>
                <a:spcPct val="100000"/>
              </a:lnSpc>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6000">
              <a:lnSpc>
                <a:spcPct val="100000"/>
              </a:lnSpc>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6000">
              <a:lnSpc>
                <a:spcPct val="100000"/>
              </a:lnSpc>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6000">
              <a:lnSpc>
                <a:spcPct val="100000"/>
              </a:lnSpc>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6000">
              <a:lnSpc>
                <a:spcPct val="100000"/>
              </a:lnSpc>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7C806AC-660B-4774-9AB1-CC1438EB9C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680" cy="3085560"/>
          </a:xfrm>
          <a:prstGeom prst="rect">
            <a:avLst/>
          </a:prstGeom>
        </p:spPr>
      </p:sp>
      <p:sp>
        <p:nvSpPr>
          <p:cNvPr id="220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6000">
              <a:lnSpc>
                <a:spcPct val="100000"/>
              </a:lnSpc>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6000">
              <a:lnSpc>
                <a:spcPct val="100000"/>
              </a:lnSpc>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6000">
              <a:lnSpc>
                <a:spcPct val="100000"/>
              </a:lnSpc>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6000">
              <a:lnSpc>
                <a:spcPct val="100000"/>
              </a:lnSpc>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64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E9629A-3E39-46D8-8230-558A1684AAF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680" cy="3085560"/>
          </a:xfrm>
          <a:prstGeom prst="rect">
            <a:avLst/>
          </a:prstGeom>
        </p:spPr>
      </p:sp>
      <p:sp>
        <p:nvSpPr>
          <p:cNvPr id="221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6000">
              <a:lnSpc>
                <a:spcPct val="100000"/>
              </a:lnSpc>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6000">
              <a:lnSpc>
                <a:spcPct val="100000"/>
              </a:lnSpc>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6000">
              <a:lnSpc>
                <a:spcPct val="100000"/>
              </a:lnSpc>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6000">
              <a:lnSpc>
                <a:spcPct val="100000"/>
              </a:lnSpc>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6000">
              <a:lnSpc>
                <a:spcPct val="100000"/>
              </a:lnSpc>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6000">
              <a:lnSpc>
                <a:spcPct val="100000"/>
              </a:lnSpc>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64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37A12D5-7065-4B7D-BACB-3C779BE3CB8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680" cy="3085560"/>
          </a:xfrm>
          <a:prstGeom prst="rect">
            <a:avLst/>
          </a:prstGeom>
        </p:spPr>
      </p:sp>
      <p:sp>
        <p:nvSpPr>
          <p:cNvPr id="221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6000">
              <a:lnSpc>
                <a:spcPct val="100000"/>
              </a:lnSpc>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6000">
              <a:lnSpc>
                <a:spcPct val="100000"/>
              </a:lnSpc>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6000">
              <a:lnSpc>
                <a:spcPct val="100000"/>
              </a:lnSpc>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6000">
              <a:lnSpc>
                <a:spcPct val="100000"/>
              </a:lnSpc>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6000">
              <a:lnSpc>
                <a:spcPct val="100000"/>
              </a:lnSpc>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6000">
              <a:lnSpc>
                <a:spcPct val="100000"/>
              </a:lnSpc>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64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85E6478-9BD5-432D-8810-DF62EF355FC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680" cy="3085560"/>
          </a:xfrm>
          <a:prstGeom prst="rect">
            <a:avLst/>
          </a:prstGeom>
        </p:spPr>
      </p:sp>
      <p:sp>
        <p:nvSpPr>
          <p:cNvPr id="221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6000">
              <a:lnSpc>
                <a:spcPct val="100000"/>
              </a:lnSpc>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6000">
              <a:lnSpc>
                <a:spcPct val="100000"/>
              </a:lnSpc>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6000">
              <a:lnSpc>
                <a:spcPct val="100000"/>
              </a:lnSpc>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6000">
              <a:lnSpc>
                <a:spcPct val="100000"/>
              </a:lnSpc>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6000">
              <a:lnSpc>
                <a:spcPct val="100000"/>
              </a:lnSpc>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6000">
              <a:lnSpc>
                <a:spcPct val="100000"/>
              </a:lnSpc>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6000">
              <a:lnSpc>
                <a:spcPct val="100000"/>
              </a:lnSpc>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64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65AE6E3-E370-488B-B193-F563F7A4AFB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680" cy="3085560"/>
          </a:xfrm>
          <a:prstGeom prst="rect">
            <a:avLst/>
          </a:prstGeom>
        </p:spPr>
      </p:sp>
      <p:sp>
        <p:nvSpPr>
          <p:cNvPr id="221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6000">
              <a:lnSpc>
                <a:spcPct val="100000"/>
              </a:lnSpc>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6000">
              <a:lnSpc>
                <a:spcPct val="100000"/>
              </a:lnSpc>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6000">
              <a:lnSpc>
                <a:spcPct val="100000"/>
              </a:lnSpc>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6000">
              <a:lnSpc>
                <a:spcPct val="100000"/>
              </a:lnSpc>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6000">
              <a:lnSpc>
                <a:spcPct val="100000"/>
              </a:lnSpc>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6000">
              <a:lnSpc>
                <a:spcPct val="100000"/>
              </a:lnSpc>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CB7E759-20DA-4D85-A478-60748E0F082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680" cy="3085560"/>
          </a:xfrm>
          <a:prstGeom prst="rect">
            <a:avLst/>
          </a:prstGeom>
        </p:spPr>
      </p:sp>
      <p:sp>
        <p:nvSpPr>
          <p:cNvPr id="222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6000">
              <a:lnSpc>
                <a:spcPct val="100000"/>
              </a:lnSpc>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6000">
              <a:lnSpc>
                <a:spcPct val="100000"/>
              </a:lnSpc>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6000">
              <a:lnSpc>
                <a:spcPct val="100000"/>
              </a:lnSpc>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6000">
              <a:lnSpc>
                <a:spcPct val="100000"/>
              </a:lnSpc>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6000">
              <a:lnSpc>
                <a:spcPct val="100000"/>
              </a:lnSpc>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6000">
              <a:lnSpc>
                <a:spcPct val="100000"/>
              </a:lnSpc>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6000">
              <a:lnSpc>
                <a:spcPct val="100000"/>
              </a:lnSpc>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1475231-F7BF-46DF-A977-3C85B127B2B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680" cy="3085560"/>
          </a:xfrm>
          <a:prstGeom prst="rect">
            <a:avLst/>
          </a:prstGeom>
        </p:spPr>
      </p:sp>
      <p:sp>
        <p:nvSpPr>
          <p:cNvPr id="222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6000">
              <a:lnSpc>
                <a:spcPct val="100000"/>
              </a:lnSpc>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6000">
              <a:lnSpc>
                <a:spcPct val="100000"/>
              </a:lnSpc>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6000">
              <a:lnSpc>
                <a:spcPct val="100000"/>
              </a:lnSpc>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6000">
              <a:lnSpc>
                <a:spcPct val="100000"/>
              </a:lnSpc>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6000">
              <a:lnSpc>
                <a:spcPct val="100000"/>
              </a:lnSpc>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backup WITH CHECKSUM no sustituye a DBCC CHECKDB?</a:t>
            </a:r>
            <a:endParaRPr b="0" lang="es-ES" sz="2000" spc="-1" strike="noStrike">
              <a:latin typeface="Arial"/>
            </a:endParaRPr>
          </a:p>
          <a:p>
            <a:pPr marL="216000" indent="-216000">
              <a:lnSpc>
                <a:spcPct val="100000"/>
              </a:lnSpc>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64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6B0A39-677F-4327-9ACA-FECC6448765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680" cy="3085560"/>
          </a:xfrm>
          <a:prstGeom prst="rect">
            <a:avLst/>
          </a:prstGeom>
        </p:spPr>
      </p:sp>
      <p:sp>
        <p:nvSpPr>
          <p:cNvPr id="222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6000">
              <a:lnSpc>
                <a:spcPct val="100000"/>
              </a:lnSpc>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6000">
              <a:lnSpc>
                <a:spcPct val="100000"/>
              </a:lnSpc>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6000">
              <a:lnSpc>
                <a:spcPct val="100000"/>
              </a:lnSpc>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6000">
              <a:lnSpc>
                <a:spcPct val="100000"/>
              </a:lnSpc>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6000">
              <a:lnSpc>
                <a:spcPct val="100000"/>
              </a:lnSpc>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6000">
              <a:lnSpc>
                <a:spcPct val="100000"/>
              </a:lnSpc>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64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8160D87-BA49-420A-A866-471A25BF16E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680" cy="3085560"/>
          </a:xfrm>
          <a:prstGeom prst="rect">
            <a:avLst/>
          </a:prstGeom>
        </p:spPr>
      </p:sp>
      <p:sp>
        <p:nvSpPr>
          <p:cNvPr id="223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6000">
              <a:lnSpc>
                <a:spcPct val="100000"/>
              </a:lnSpc>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6000">
              <a:lnSpc>
                <a:spcPct val="100000"/>
              </a:lnSpc>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6000">
              <a:lnSpc>
                <a:spcPct val="100000"/>
              </a:lnSpc>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6000">
              <a:lnSpc>
                <a:spcPct val="100000"/>
              </a:lnSpc>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6000">
              <a:lnSpc>
                <a:spcPct val="100000"/>
              </a:lnSpc>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6000">
              <a:lnSpc>
                <a:spcPct val="100000"/>
              </a:lnSpc>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64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0B0CBDC-8D91-4016-9495-4D5406A6FEC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680" cy="3085560"/>
          </a:xfrm>
          <a:prstGeom prst="rect">
            <a:avLst/>
          </a:prstGeom>
        </p:spPr>
      </p:sp>
      <p:sp>
        <p:nvSpPr>
          <p:cNvPr id="223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6000">
              <a:lnSpc>
                <a:spcPct val="100000"/>
              </a:lnSpc>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6000">
              <a:lnSpc>
                <a:spcPct val="100000"/>
              </a:lnSpc>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6000">
              <a:lnSpc>
                <a:spcPct val="100000"/>
              </a:lnSpc>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6000">
              <a:lnSpc>
                <a:spcPct val="100000"/>
              </a:lnSpc>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6000">
              <a:lnSpc>
                <a:spcPct val="100000"/>
              </a:lnSpc>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6000">
              <a:lnSpc>
                <a:spcPct val="100000"/>
              </a:lnSpc>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64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839113-DDAF-4795-9E70-B818F83D66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680" cy="3085560"/>
          </a:xfrm>
          <a:prstGeom prst="rect">
            <a:avLst/>
          </a:prstGeom>
        </p:spPr>
      </p:sp>
      <p:sp>
        <p:nvSpPr>
          <p:cNvPr id="223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6000">
              <a:lnSpc>
                <a:spcPct val="100000"/>
              </a:lnSpc>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6000">
              <a:lnSpc>
                <a:spcPct val="100000"/>
              </a:lnSpc>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6000">
              <a:lnSpc>
                <a:spcPct val="100000"/>
              </a:lnSpc>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6000">
              <a:lnSpc>
                <a:spcPct val="100000"/>
              </a:lnSpc>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6000">
              <a:lnSpc>
                <a:spcPct val="100000"/>
              </a:lnSpc>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6000">
              <a:lnSpc>
                <a:spcPct val="100000"/>
              </a:lnSpc>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0870C0A-4853-4D20-AF0A-710DD0EAE9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680" cy="3085560"/>
          </a:xfrm>
          <a:prstGeom prst="rect">
            <a:avLst/>
          </a:prstGeom>
        </p:spPr>
      </p:sp>
      <p:sp>
        <p:nvSpPr>
          <p:cNvPr id="224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6000">
              <a:lnSpc>
                <a:spcPct val="100000"/>
              </a:lnSpc>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6000">
              <a:lnSpc>
                <a:spcPct val="100000"/>
              </a:lnSpc>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6000">
              <a:lnSpc>
                <a:spcPct val="100000"/>
              </a:lnSpc>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6000">
              <a:lnSpc>
                <a:spcPct val="100000"/>
              </a:lnSpc>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6000">
              <a:lnSpc>
                <a:spcPct val="100000"/>
              </a:lnSpc>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6000">
              <a:lnSpc>
                <a:spcPct val="100000"/>
              </a:lnSpc>
            </a:pPr>
            <a:r>
              <a:rPr b="0" lang="en-US" sz="2000" spc="-1" strike="noStrike">
                <a:latin typeface="Arial"/>
              </a:rPr>
              <a:t>- ¿Qué gana y qué pierde Ventas al activar RCSI? ¿Quién paga el coste?</a:t>
            </a:r>
            <a:endParaRPr b="0" lang="es-ES" sz="2000" spc="-1" strike="noStrike">
              <a:latin typeface="Arial"/>
            </a:endParaRPr>
          </a:p>
          <a:p>
            <a:pPr marL="216000" indent="-21564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44DBC2-BBD6-4588-B1AF-A797B00914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680" cy="3085560"/>
          </a:xfrm>
          <a:prstGeom prst="rect">
            <a:avLst/>
          </a:prstGeom>
        </p:spPr>
      </p:sp>
      <p:sp>
        <p:nvSpPr>
          <p:cNvPr id="224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6000">
              <a:lnSpc>
                <a:spcPct val="100000"/>
              </a:lnSpc>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6000">
              <a:lnSpc>
                <a:spcPct val="100000"/>
              </a:lnSpc>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6000">
              <a:lnSpc>
                <a:spcPct val="100000"/>
              </a:lnSpc>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6000">
              <a:lnSpc>
                <a:spcPct val="100000"/>
              </a:lnSpc>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6000">
              <a:lnSpc>
                <a:spcPct val="100000"/>
              </a:lnSpc>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99066B1-00EA-45E7-8C8D-FDD0387B8AD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680" cy="3085560"/>
          </a:xfrm>
          <a:prstGeom prst="rect">
            <a:avLst/>
          </a:prstGeom>
        </p:spPr>
      </p:sp>
      <p:sp>
        <p:nvSpPr>
          <p:cNvPr id="224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6000">
              <a:lnSpc>
                <a:spcPct val="100000"/>
              </a:lnSpc>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6000">
              <a:lnSpc>
                <a:spcPct val="100000"/>
              </a:lnSpc>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6000">
              <a:lnSpc>
                <a:spcPct val="100000"/>
              </a:lnSpc>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6000">
              <a:lnSpc>
                <a:spcPct val="100000"/>
              </a:lnSpc>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6000">
              <a:lnSpc>
                <a:spcPct val="100000"/>
              </a:lnSpc>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64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74D0D1-4BD1-4539-8B35-37C5074D5AA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680" cy="3085560"/>
          </a:xfrm>
          <a:prstGeom prst="rect">
            <a:avLst/>
          </a:prstGeom>
        </p:spPr>
      </p:sp>
      <p:sp>
        <p:nvSpPr>
          <p:cNvPr id="224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6000">
              <a:lnSpc>
                <a:spcPct val="100000"/>
              </a:lnSpc>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6000">
              <a:lnSpc>
                <a:spcPct val="100000"/>
              </a:lnSpc>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6000">
              <a:lnSpc>
                <a:spcPct val="100000"/>
              </a:lnSpc>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6000">
              <a:lnSpc>
                <a:spcPct val="100000"/>
              </a:lnSpc>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6000">
              <a:lnSpc>
                <a:spcPct val="100000"/>
              </a:lnSpc>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64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F311C8D-E885-4EE8-95BC-97447123B46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680" cy="3085560"/>
          </a:xfrm>
          <a:prstGeom prst="rect">
            <a:avLst/>
          </a:prstGeom>
        </p:spPr>
      </p:sp>
      <p:sp>
        <p:nvSpPr>
          <p:cNvPr id="225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6000">
              <a:lnSpc>
                <a:spcPct val="100000"/>
              </a:lnSpc>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6000">
              <a:lnSpc>
                <a:spcPct val="100000"/>
              </a:lnSpc>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6000">
              <a:lnSpc>
                <a:spcPct val="100000"/>
              </a:lnSpc>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6000">
              <a:lnSpc>
                <a:spcPct val="100000"/>
              </a:lnSpc>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6000">
              <a:lnSpc>
                <a:spcPct val="100000"/>
              </a:lnSpc>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se lanza BACKUP LOG antes del primer Full? ¿Por qué?</a:t>
            </a:r>
            <a:endParaRPr b="0" lang="es-ES" sz="2000" spc="-1" strike="noStrike">
              <a:latin typeface="Arial"/>
            </a:endParaRPr>
          </a:p>
          <a:p>
            <a:pPr marL="216000" indent="-216000">
              <a:lnSpc>
                <a:spcPct val="100000"/>
              </a:lnSpc>
            </a:pPr>
            <a:r>
              <a:rPr b="0" lang="en-US" sz="2000" spc="-1" strike="noStrike">
                <a:latin typeface="Arial"/>
              </a:rPr>
              <a:t>- ¿Qué contiene el diferencial respecto del log backup anterior?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6000">
              <a:lnSpc>
                <a:spcPct val="100000"/>
              </a:lnSpc>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6000">
              <a:lnSpc>
                <a:spcPct val="100000"/>
              </a:lnSpc>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6000">
              <a:lnSpc>
                <a:spcPct val="100000"/>
              </a:lnSpc>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6000">
              <a:lnSpc>
                <a:spcPct val="100000"/>
              </a:lnSpc>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10AC366-0DF1-488F-8D79-37BEFC79EC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680" cy="3085560"/>
          </a:xfrm>
          <a:prstGeom prst="rect">
            <a:avLst/>
          </a:prstGeom>
        </p:spPr>
      </p:sp>
      <p:sp>
        <p:nvSpPr>
          <p:cNvPr id="225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6000">
              <a:lnSpc>
                <a:spcPct val="100000"/>
              </a:lnSpc>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6000">
              <a:lnSpc>
                <a:spcPct val="100000"/>
              </a:lnSpc>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6000">
              <a:lnSpc>
                <a:spcPct val="100000"/>
              </a:lnSpc>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6000">
              <a:lnSpc>
                <a:spcPct val="100000"/>
              </a:lnSpc>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hay que hacer el tail-log ANTES de empezar a restaurar?</a:t>
            </a:r>
            <a:endParaRPr b="0" lang="es-ES" sz="2000" spc="-1" strike="noStrike">
              <a:latin typeface="Arial"/>
            </a:endParaRPr>
          </a:p>
          <a:p>
            <a:pPr marL="216000" indent="-216000">
              <a:lnSpc>
                <a:spcPct val="100000"/>
              </a:lnSpc>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6000">
              <a:lnSpc>
                <a:spcPct val="100000"/>
              </a:lnSpc>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6000">
              <a:lnSpc>
                <a:spcPct val="100000"/>
              </a:lnSpc>
            </a:pPr>
            <a:r>
              <a:rPr b="0" lang="en-US" sz="2000" spc="-1" strike="noStrike">
                <a:latin typeface="Arial"/>
              </a:rPr>
              <a:t>- Paso 3: ejecutar el «accidente»: DELETE FROM dbo.Pedido; y comprobar COUNT(*) = 0.</a:t>
            </a:r>
            <a:endParaRPr b="0" lang="es-ES" sz="2000" spc="-1" strike="noStrike">
              <a:latin typeface="Arial"/>
            </a:endParaRPr>
          </a:p>
          <a:p>
            <a:pPr marL="216000" indent="-216000">
              <a:lnSpc>
                <a:spcPct val="100000"/>
              </a:lnSpc>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6000">
              <a:lnSpc>
                <a:spcPct val="100000"/>
              </a:lnSpc>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938BE0-1799-4B52-A9F9-83046C4313F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680" cy="3085560"/>
          </a:xfrm>
          <a:prstGeom prst="rect">
            <a:avLst/>
          </a:prstGeom>
        </p:spPr>
      </p:sp>
      <p:sp>
        <p:nvSpPr>
          <p:cNvPr id="225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6000">
              <a:lnSpc>
                <a:spcPct val="100000"/>
              </a:lnSpc>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6000">
              <a:lnSpc>
                <a:spcPct val="100000"/>
              </a:lnSpc>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6000">
              <a:lnSpc>
                <a:spcPct val="100000"/>
              </a:lnSpc>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6000">
              <a:lnSpc>
                <a:spcPct val="100000"/>
              </a:lnSpc>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6000">
              <a:lnSpc>
                <a:spcPct val="100000"/>
              </a:lnSpc>
            </a:pPr>
            <a:r>
              <a:rPr b="0" lang="en-US" sz="2000" spc="-1" strike="noStrike">
                <a:latin typeface="Arial"/>
              </a:rPr>
              <a:t>- Si el COUNT(*) es menor que el baseline, ¿qué hipótesis comprobarías primero?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6000">
              <a:lnSpc>
                <a:spcPct val="100000"/>
              </a:lnSpc>
            </a:pPr>
            <a:r>
              <a:rPr b="0" lang="en-US" sz="2000" spc="-1" strike="noStrike">
                <a:latin typeface="Arial"/>
              </a:rPr>
              <a:t>- Paso 2: RESTORE DATABASE Ventas FROM DISK = Ventas_L4_DIFF.bak WITH NORECOVERY.</a:t>
            </a:r>
            <a:endParaRPr b="0" lang="es-ES" sz="2000" spc="-1" strike="noStrike">
              <a:latin typeface="Arial"/>
            </a:endParaRPr>
          </a:p>
          <a:p>
            <a:pPr marL="216000" indent="-216000">
              <a:lnSpc>
                <a:spcPct val="100000"/>
              </a:lnSpc>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6000">
              <a:lnSpc>
                <a:spcPct val="100000"/>
              </a:lnSpc>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6000">
              <a:lnSpc>
                <a:spcPct val="100000"/>
              </a:lnSpc>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6000">
              <a:lnSpc>
                <a:spcPct val="100000"/>
              </a:lnSpc>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16FF561-3820-4919-AEB2-3ABBBD44E22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680" cy="3085560"/>
          </a:xfrm>
          <a:prstGeom prst="rect">
            <a:avLst/>
          </a:prstGeom>
        </p:spPr>
      </p:sp>
      <p:sp>
        <p:nvSpPr>
          <p:cNvPr id="226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6000">
              <a:lnSpc>
                <a:spcPct val="100000"/>
              </a:lnSpc>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6000">
              <a:lnSpc>
                <a:spcPct val="100000"/>
              </a:lnSpc>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6000">
              <a:lnSpc>
                <a:spcPct val="100000"/>
              </a:lnSpc>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6000">
              <a:lnSpc>
                <a:spcPct val="100000"/>
              </a:lnSpc>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6000">
              <a:lnSpc>
                <a:spcPct val="100000"/>
              </a:lnSpc>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6000">
              <a:lnSpc>
                <a:spcPct val="100000"/>
              </a:lnSpc>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6000">
              <a:lnSpc>
                <a:spcPct val="100000"/>
              </a:lnSpc>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6000">
              <a:lnSpc>
                <a:spcPct val="100000"/>
              </a:lnSpc>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6000">
              <a:lnSpc>
                <a:spcPct val="100000"/>
              </a:lnSpc>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6000">
              <a:lnSpc>
                <a:spcPct val="100000"/>
              </a:lnSpc>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6000">
              <a:lnSpc>
                <a:spcPct val="100000"/>
              </a:lnSpc>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6000">
              <a:lnSpc>
                <a:spcPct val="100000"/>
              </a:lnSpc>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D4A5CBC-3230-435D-AE8C-74EF4703FCE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680" cy="3085560"/>
          </a:xfrm>
          <a:prstGeom prst="rect">
            <a:avLst/>
          </a:prstGeom>
        </p:spPr>
      </p:sp>
      <p:sp>
        <p:nvSpPr>
          <p:cNvPr id="226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6000">
              <a:lnSpc>
                <a:spcPct val="100000"/>
              </a:lnSpc>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6000">
              <a:lnSpc>
                <a:spcPct val="100000"/>
              </a:lnSpc>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6000">
              <a:lnSpc>
                <a:spcPct val="100000"/>
              </a:lnSpc>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6000">
              <a:lnSpc>
                <a:spcPct val="100000"/>
              </a:lnSpc>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6000">
              <a:lnSpc>
                <a:spcPct val="100000"/>
              </a:lnSpc>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64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20A51C2-5A77-4760-AED0-69C284532B7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680" cy="3085560"/>
          </a:xfrm>
          <a:prstGeom prst="rect">
            <a:avLst/>
          </a:prstGeom>
        </p:spPr>
      </p:sp>
      <p:sp>
        <p:nvSpPr>
          <p:cNvPr id="226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6000">
              <a:lnSpc>
                <a:spcPct val="100000"/>
              </a:lnSpc>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6000">
              <a:lnSpc>
                <a:spcPct val="100000"/>
              </a:lnSpc>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6000">
              <a:lnSpc>
                <a:spcPct val="100000"/>
              </a:lnSpc>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6000">
              <a:lnSpc>
                <a:spcPct val="100000"/>
              </a:lnSpc>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6000">
              <a:lnSpc>
                <a:spcPct val="100000"/>
              </a:lnSpc>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D2798E9-67D7-49E3-9A1D-5A8BC61218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4160" cy="475416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440" cy="356544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400" cy="210240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840" cy="1050840"/>
          </a:xfrm>
          <a:prstGeom prst="rect">
            <a:avLst/>
          </a:prstGeom>
          <a:ln>
            <a:noFill/>
          </a:ln>
        </p:spPr>
      </p:pic>
      <p:sp>
        <p:nvSpPr>
          <p:cNvPr id="48" name="CustomShape 4"/>
          <p:cNvSpPr/>
          <p:nvPr/>
        </p:nvSpPr>
        <p:spPr>
          <a:xfrm>
            <a:off x="7498080" y="1143000"/>
            <a:ext cx="639360" cy="63936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9320" cy="319320"/>
          </a:xfrm>
          <a:prstGeom prst="rect">
            <a:avLst/>
          </a:prstGeom>
          <a:ln>
            <a:noFill/>
          </a:ln>
        </p:spPr>
      </p:pic>
      <p:sp>
        <p:nvSpPr>
          <p:cNvPr id="50" name="CustomShape 5"/>
          <p:cNvSpPr/>
          <p:nvPr/>
        </p:nvSpPr>
        <p:spPr>
          <a:xfrm>
            <a:off x="10972800" y="1417320"/>
            <a:ext cx="639360" cy="63936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9320" cy="319320"/>
          </a:xfrm>
          <a:prstGeom prst="rect">
            <a:avLst/>
          </a:prstGeom>
          <a:ln>
            <a:noFill/>
          </a:ln>
        </p:spPr>
      </p:pic>
      <p:sp>
        <p:nvSpPr>
          <p:cNvPr id="52" name="CustomShape 6"/>
          <p:cNvSpPr/>
          <p:nvPr/>
        </p:nvSpPr>
        <p:spPr>
          <a:xfrm>
            <a:off x="7818120" y="4709160"/>
            <a:ext cx="639360" cy="63936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9320" cy="319320"/>
          </a:xfrm>
          <a:prstGeom prst="rect">
            <a:avLst/>
          </a:prstGeom>
          <a:ln>
            <a:noFill/>
          </a:ln>
        </p:spPr>
      </p:pic>
      <p:sp>
        <p:nvSpPr>
          <p:cNvPr id="54" name="CustomShape 7"/>
          <p:cNvSpPr/>
          <p:nvPr/>
        </p:nvSpPr>
        <p:spPr>
          <a:xfrm>
            <a:off x="10835640" y="4617720"/>
            <a:ext cx="639360" cy="63936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9320" cy="319320"/>
          </a:xfrm>
          <a:prstGeom prst="rect">
            <a:avLst/>
          </a:prstGeom>
          <a:ln>
            <a:noFill/>
          </a:ln>
        </p:spPr>
      </p:pic>
      <p:sp>
        <p:nvSpPr>
          <p:cNvPr id="56" name="CustomShape 8"/>
          <p:cNvSpPr/>
          <p:nvPr/>
        </p:nvSpPr>
        <p:spPr>
          <a:xfrm>
            <a:off x="731520" y="1463040"/>
            <a:ext cx="292536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400080" cy="2010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7200" cy="91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440" cy="173664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360" cy="255960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920" cy="54792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600" cy="273600"/>
          </a:xfrm>
          <a:prstGeom prst="rect">
            <a:avLst/>
          </a:prstGeom>
          <a:ln>
            <a:noFill/>
          </a:ln>
        </p:spPr>
      </p:pic>
      <p:sp>
        <p:nvSpPr>
          <p:cNvPr id="83" name="CustomShape 22"/>
          <p:cNvSpPr/>
          <p:nvPr/>
        </p:nvSpPr>
        <p:spPr>
          <a:xfrm>
            <a:off x="14630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360" cy="255960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920" cy="54792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600" cy="273600"/>
          </a:xfrm>
          <a:prstGeom prst="rect">
            <a:avLst/>
          </a:prstGeom>
          <a:ln>
            <a:noFill/>
          </a:ln>
        </p:spPr>
      </p:pic>
      <p:sp>
        <p:nvSpPr>
          <p:cNvPr id="88" name="CustomShape 26"/>
          <p:cNvSpPr/>
          <p:nvPr/>
        </p:nvSpPr>
        <p:spPr>
          <a:xfrm>
            <a:off x="71474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600" cy="273600"/>
          </a:xfrm>
          <a:prstGeom prst="rect">
            <a:avLst/>
          </a:prstGeom>
          <a:ln>
            <a:noFill/>
          </a:ln>
        </p:spPr>
      </p:pic>
      <p:sp>
        <p:nvSpPr>
          <p:cNvPr id="9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600" cy="273600"/>
          </a:xfrm>
          <a:prstGeom prst="rect">
            <a:avLst/>
          </a:prstGeom>
          <a:ln>
            <a:noFill/>
          </a:ln>
        </p:spPr>
      </p:pic>
      <p:sp>
        <p:nvSpPr>
          <p:cNvPr id="10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600" cy="273600"/>
          </a:xfrm>
          <a:prstGeom prst="rect">
            <a:avLst/>
          </a:prstGeom>
          <a:ln>
            <a:noFill/>
          </a:ln>
        </p:spPr>
      </p:pic>
      <p:sp>
        <p:nvSpPr>
          <p:cNvPr id="10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760" cy="91368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480" cy="45648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880" cy="227880"/>
          </a:xfrm>
          <a:prstGeom prst="rect">
            <a:avLst/>
          </a:prstGeom>
          <a:ln>
            <a:noFill/>
          </a:ln>
        </p:spPr>
      </p:pic>
      <p:sp>
        <p:nvSpPr>
          <p:cNvPr id="112" name="CustomShape 19"/>
          <p:cNvSpPr/>
          <p:nvPr/>
        </p:nvSpPr>
        <p:spPr>
          <a:xfrm>
            <a:off x="1371600" y="457200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760" cy="91368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880" cy="227880"/>
          </a:xfrm>
          <a:prstGeom prst="rect">
            <a:avLst/>
          </a:prstGeom>
          <a:ln>
            <a:noFill/>
          </a:ln>
        </p:spPr>
      </p:pic>
      <p:sp>
        <p:nvSpPr>
          <p:cNvPr id="116" name="CustomShape 22"/>
          <p:cNvSpPr/>
          <p:nvPr/>
        </p:nvSpPr>
        <p:spPr>
          <a:xfrm>
            <a:off x="1371600" y="521208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360" cy="63936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9320" cy="319320"/>
          </a:xfrm>
          <a:prstGeom prst="rect">
            <a:avLst/>
          </a:prstGeom>
          <a:ln>
            <a:noFill/>
          </a:ln>
        </p:spPr>
      </p:pic>
      <p:sp>
        <p:nvSpPr>
          <p:cNvPr id="124" name="CustomShape 7"/>
          <p:cNvSpPr/>
          <p:nvPr/>
        </p:nvSpPr>
        <p:spPr>
          <a:xfrm>
            <a:off x="1645920" y="16916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360" cy="63936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9320" cy="319320"/>
          </a:xfrm>
          <a:prstGeom prst="rect">
            <a:avLst/>
          </a:prstGeom>
          <a:ln>
            <a:noFill/>
          </a:ln>
        </p:spPr>
      </p:pic>
      <p:sp>
        <p:nvSpPr>
          <p:cNvPr id="128" name="CustomShape 10"/>
          <p:cNvSpPr/>
          <p:nvPr/>
        </p:nvSpPr>
        <p:spPr>
          <a:xfrm>
            <a:off x="1645920" y="32918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360" cy="63936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9320" cy="319320"/>
          </a:xfrm>
          <a:prstGeom prst="rect">
            <a:avLst/>
          </a:prstGeom>
          <a:ln>
            <a:noFill/>
          </a:ln>
        </p:spPr>
      </p:pic>
      <p:sp>
        <p:nvSpPr>
          <p:cNvPr id="132" name="CustomShape 13"/>
          <p:cNvSpPr/>
          <p:nvPr/>
        </p:nvSpPr>
        <p:spPr>
          <a:xfrm>
            <a:off x="1645920" y="48920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30160" cy="310824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400" cy="2651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30160" cy="118800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480" cy="45648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880" cy="227880"/>
          </a:xfrm>
          <a:prstGeom prst="rect">
            <a:avLst/>
          </a:prstGeom>
          <a:ln>
            <a:noFill/>
          </a:ln>
        </p:spPr>
      </p:pic>
      <p:sp>
        <p:nvSpPr>
          <p:cNvPr id="139" name="CustomShape 19"/>
          <p:cNvSpPr/>
          <p:nvPr/>
        </p:nvSpPr>
        <p:spPr>
          <a:xfrm>
            <a:off x="7132320" y="4983480"/>
            <a:ext cx="432432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880" cy="227880"/>
          </a:xfrm>
          <a:prstGeom prst="rect">
            <a:avLst/>
          </a:prstGeom>
          <a:ln>
            <a:noFill/>
          </a:ln>
        </p:spPr>
      </p:pic>
      <p:sp>
        <p:nvSpPr>
          <p:cNvPr id="147"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880" cy="227880"/>
          </a:xfrm>
          <a:prstGeom prst="rect">
            <a:avLst/>
          </a:prstGeom>
          <a:ln>
            <a:noFill/>
          </a:ln>
        </p:spPr>
      </p:pic>
      <p:sp>
        <p:nvSpPr>
          <p:cNvPr id="151"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880" cy="227880"/>
          </a:xfrm>
          <a:prstGeom prst="rect">
            <a:avLst/>
          </a:prstGeom>
          <a:ln>
            <a:noFill/>
          </a:ln>
        </p:spPr>
      </p:pic>
      <p:sp>
        <p:nvSpPr>
          <p:cNvPr id="155"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880" cy="227880"/>
          </a:xfrm>
          <a:prstGeom prst="rect">
            <a:avLst/>
          </a:prstGeom>
          <a:ln>
            <a:noFill/>
          </a:ln>
        </p:spPr>
      </p:pic>
      <p:sp>
        <p:nvSpPr>
          <p:cNvPr id="159"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880" cy="227880"/>
          </a:xfrm>
          <a:prstGeom prst="rect">
            <a:avLst/>
          </a:prstGeom>
          <a:ln>
            <a:noFill/>
          </a:ln>
        </p:spPr>
      </p:pic>
      <p:sp>
        <p:nvSpPr>
          <p:cNvPr id="163"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880" cy="227880"/>
          </a:xfrm>
          <a:prstGeom prst="rect">
            <a:avLst/>
          </a:prstGeom>
          <a:ln>
            <a:noFill/>
          </a:ln>
        </p:spPr>
      </p:pic>
      <p:sp>
        <p:nvSpPr>
          <p:cNvPr id="167"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640" cy="310824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760" cy="109656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480" cy="45648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880" cy="227880"/>
          </a:xfrm>
          <a:prstGeom prst="rect">
            <a:avLst/>
          </a:prstGeom>
          <a:ln>
            <a:noFill/>
          </a:ln>
        </p:spPr>
      </p:pic>
      <p:sp>
        <p:nvSpPr>
          <p:cNvPr id="198" name="CustomShape 2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800" cy="41076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920" cy="18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800" cy="77652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800" cy="77652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560" cy="227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680" cy="86796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680" cy="86796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920" cy="54792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600" cy="273600"/>
          </a:xfrm>
          <a:prstGeom prst="rect">
            <a:avLst/>
          </a:prstGeom>
          <a:ln>
            <a:noFill/>
          </a:ln>
        </p:spPr>
      </p:pic>
      <p:sp>
        <p:nvSpPr>
          <p:cNvPr id="239" name="CustomShape 40"/>
          <p:cNvSpPr/>
          <p:nvPr/>
        </p:nvSpPr>
        <p:spPr>
          <a:xfrm>
            <a:off x="8869680" y="182880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920" cy="54792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600" cy="273600"/>
          </a:xfrm>
          <a:prstGeom prst="rect">
            <a:avLst/>
          </a:prstGeom>
          <a:ln>
            <a:noFill/>
          </a:ln>
        </p:spPr>
      </p:pic>
      <p:sp>
        <p:nvSpPr>
          <p:cNvPr id="244" name="CustomShape 44"/>
          <p:cNvSpPr/>
          <p:nvPr/>
        </p:nvSpPr>
        <p:spPr>
          <a:xfrm>
            <a:off x="8869680" y="420624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2200" cy="50220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2200" cy="50220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2200" cy="50220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2200" cy="50220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880" cy="227880"/>
          </a:xfrm>
          <a:prstGeom prst="rect">
            <a:avLst/>
          </a:prstGeom>
          <a:ln>
            <a:noFill/>
          </a:ln>
        </p:spPr>
      </p:pic>
      <p:sp>
        <p:nvSpPr>
          <p:cNvPr id="282" name="CustomShape 36"/>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600" cy="273600"/>
          </a:xfrm>
          <a:prstGeom prst="rect">
            <a:avLst/>
          </a:prstGeom>
          <a:ln>
            <a:noFill/>
          </a:ln>
        </p:spPr>
      </p:pic>
      <p:sp>
        <p:nvSpPr>
          <p:cNvPr id="290"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600" cy="273600"/>
          </a:xfrm>
          <a:prstGeom prst="rect">
            <a:avLst/>
          </a:prstGeom>
          <a:ln>
            <a:noFill/>
          </a:ln>
        </p:spPr>
      </p:pic>
      <p:sp>
        <p:nvSpPr>
          <p:cNvPr id="295"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600" cy="273600"/>
          </a:xfrm>
          <a:prstGeom prst="rect">
            <a:avLst/>
          </a:prstGeom>
          <a:ln>
            <a:noFill/>
          </a:ln>
        </p:spPr>
      </p:pic>
      <p:sp>
        <p:nvSpPr>
          <p:cNvPr id="300"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400" cy="146232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640" cy="1005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440" cy="146232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480" cy="45648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880" cy="227880"/>
          </a:xfrm>
          <a:prstGeom prst="rect">
            <a:avLst/>
          </a:prstGeom>
          <a:ln>
            <a:noFill/>
          </a:ln>
        </p:spPr>
      </p:pic>
      <p:sp>
        <p:nvSpPr>
          <p:cNvPr id="308" name="CustomShape 22"/>
          <p:cNvSpPr/>
          <p:nvPr/>
        </p:nvSpPr>
        <p:spPr>
          <a:xfrm>
            <a:off x="8321040" y="4709160"/>
            <a:ext cx="3135600" cy="1462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80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800" cy="50220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800" cy="150804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800" cy="82224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800" cy="82224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80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760" cy="54792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9040" cy="105084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720" cy="227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9040" cy="86796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72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600" cy="273600"/>
          </a:xfrm>
          <a:prstGeom prst="rect">
            <a:avLst/>
          </a:prstGeom>
          <a:ln>
            <a:noFill/>
          </a:ln>
        </p:spPr>
      </p:pic>
      <p:sp>
        <p:nvSpPr>
          <p:cNvPr id="352"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600" cy="273600"/>
          </a:xfrm>
          <a:prstGeom prst="rect">
            <a:avLst/>
          </a:prstGeom>
          <a:ln>
            <a:noFill/>
          </a:ln>
        </p:spPr>
      </p:pic>
      <p:sp>
        <p:nvSpPr>
          <p:cNvPr id="357"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600" cy="273600"/>
          </a:xfrm>
          <a:prstGeom prst="rect">
            <a:avLst/>
          </a:prstGeom>
          <a:ln>
            <a:noFill/>
          </a:ln>
        </p:spPr>
      </p:pic>
      <p:sp>
        <p:nvSpPr>
          <p:cNvPr id="362"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360" cy="164520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480" cy="45648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880" cy="227880"/>
          </a:xfrm>
          <a:prstGeom prst="rect">
            <a:avLst/>
          </a:prstGeom>
          <a:ln>
            <a:noFill/>
          </a:ln>
        </p:spPr>
      </p:pic>
      <p:sp>
        <p:nvSpPr>
          <p:cNvPr id="367" name="CustomShape 19"/>
          <p:cNvSpPr/>
          <p:nvPr/>
        </p:nvSpPr>
        <p:spPr>
          <a:xfrm>
            <a:off x="13716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360" cy="164520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480" cy="45648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880" cy="227880"/>
          </a:xfrm>
          <a:prstGeom prst="rect">
            <a:avLst/>
          </a:prstGeom>
          <a:ln>
            <a:noFill/>
          </a:ln>
        </p:spPr>
      </p:pic>
      <p:sp>
        <p:nvSpPr>
          <p:cNvPr id="371" name="CustomShape 22"/>
          <p:cNvSpPr/>
          <p:nvPr/>
        </p:nvSpPr>
        <p:spPr>
          <a:xfrm>
            <a:off x="70560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2200" cy="50220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2200" cy="50220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2200" cy="50220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72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96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7120" cy="164520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480" cy="45648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880" cy="227880"/>
          </a:xfrm>
          <a:prstGeom prst="rect">
            <a:avLst/>
          </a:prstGeom>
          <a:ln>
            <a:noFill/>
          </a:ln>
        </p:spPr>
      </p:pic>
      <p:sp>
        <p:nvSpPr>
          <p:cNvPr id="405" name="CustomShape 33"/>
          <p:cNvSpPr/>
          <p:nvPr/>
        </p:nvSpPr>
        <p:spPr>
          <a:xfrm>
            <a:off x="8595360" y="4526280"/>
            <a:ext cx="286128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600" cy="273600"/>
          </a:xfrm>
          <a:prstGeom prst="rect">
            <a:avLst/>
          </a:prstGeom>
          <a:ln>
            <a:noFill/>
          </a:ln>
        </p:spPr>
      </p:pic>
      <p:sp>
        <p:nvSpPr>
          <p:cNvPr id="413"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600" cy="273600"/>
          </a:xfrm>
          <a:prstGeom prst="rect">
            <a:avLst/>
          </a:prstGeom>
          <a:ln>
            <a:noFill/>
          </a:ln>
        </p:spPr>
      </p:pic>
      <p:sp>
        <p:nvSpPr>
          <p:cNvPr id="418"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960" cy="210240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7200" cy="1645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880" cy="210240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480" cy="45648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880" cy="227880"/>
          </a:xfrm>
          <a:prstGeom prst="rect">
            <a:avLst/>
          </a:prstGeom>
          <a:ln>
            <a:noFill/>
          </a:ln>
        </p:spPr>
      </p:pic>
      <p:sp>
        <p:nvSpPr>
          <p:cNvPr id="426" name="CustomShape 18"/>
          <p:cNvSpPr/>
          <p:nvPr/>
        </p:nvSpPr>
        <p:spPr>
          <a:xfrm>
            <a:off x="8229600" y="4069080"/>
            <a:ext cx="322704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600" cy="273600"/>
          </a:xfrm>
          <a:prstGeom prst="rect">
            <a:avLst/>
          </a:prstGeom>
          <a:ln>
            <a:noFill/>
          </a:ln>
        </p:spPr>
      </p:pic>
      <p:sp>
        <p:nvSpPr>
          <p:cNvPr id="434"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600" cy="273600"/>
          </a:xfrm>
          <a:prstGeom prst="rect">
            <a:avLst/>
          </a:prstGeom>
          <a:ln>
            <a:noFill/>
          </a:ln>
        </p:spPr>
      </p:pic>
      <p:sp>
        <p:nvSpPr>
          <p:cNvPr id="439"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600" cy="273600"/>
          </a:xfrm>
          <a:prstGeom prst="rect">
            <a:avLst/>
          </a:prstGeom>
          <a:ln>
            <a:noFill/>
          </a:ln>
        </p:spPr>
      </p:pic>
      <p:sp>
        <p:nvSpPr>
          <p:cNvPr id="444"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600" cy="273600"/>
          </a:xfrm>
          <a:prstGeom prst="rect">
            <a:avLst/>
          </a:prstGeom>
          <a:ln>
            <a:noFill/>
          </a:ln>
        </p:spPr>
      </p:pic>
      <p:sp>
        <p:nvSpPr>
          <p:cNvPr id="449"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600" cy="273600"/>
          </a:xfrm>
          <a:prstGeom prst="rect">
            <a:avLst/>
          </a:prstGeom>
          <a:ln>
            <a:noFill/>
          </a:ln>
        </p:spPr>
      </p:pic>
      <p:sp>
        <p:nvSpPr>
          <p:cNvPr id="454"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680" cy="214812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920" cy="54792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600" cy="273600"/>
          </a:xfrm>
          <a:prstGeom prst="rect">
            <a:avLst/>
          </a:prstGeom>
          <a:ln>
            <a:noFill/>
          </a:ln>
        </p:spPr>
      </p:pic>
      <p:sp>
        <p:nvSpPr>
          <p:cNvPr id="459"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880" cy="227880"/>
          </a:xfrm>
          <a:prstGeom prst="rect">
            <a:avLst/>
          </a:prstGeom>
          <a:ln>
            <a:noFill/>
          </a:ln>
        </p:spPr>
      </p:pic>
      <p:sp>
        <p:nvSpPr>
          <p:cNvPr id="469" name="CustomShape 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36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600" cy="273600"/>
          </a:xfrm>
          <a:prstGeom prst="rect">
            <a:avLst/>
          </a:prstGeom>
          <a:ln>
            <a:noFill/>
          </a:ln>
        </p:spPr>
      </p:pic>
      <p:sp>
        <p:nvSpPr>
          <p:cNvPr id="477"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360" cy="265104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600" cy="273600"/>
          </a:xfrm>
          <a:prstGeom prst="rect">
            <a:avLst/>
          </a:prstGeom>
          <a:ln>
            <a:noFill/>
          </a:ln>
        </p:spPr>
      </p:pic>
      <p:sp>
        <p:nvSpPr>
          <p:cNvPr id="482"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680" cy="164520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600" cy="273600"/>
          </a:xfrm>
          <a:prstGeom prst="rect">
            <a:avLst/>
          </a:prstGeom>
          <a:ln>
            <a:noFill/>
          </a:ln>
        </p:spPr>
      </p:pic>
      <p:sp>
        <p:nvSpPr>
          <p:cNvPr id="500"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600" cy="273600"/>
          </a:xfrm>
          <a:prstGeom prst="rect">
            <a:avLst/>
          </a:prstGeom>
          <a:ln>
            <a:noFill/>
          </a:ln>
        </p:spPr>
      </p:pic>
      <p:sp>
        <p:nvSpPr>
          <p:cNvPr id="505"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600" cy="273600"/>
          </a:xfrm>
          <a:prstGeom prst="rect">
            <a:avLst/>
          </a:prstGeom>
          <a:ln>
            <a:noFill/>
          </a:ln>
        </p:spPr>
      </p:pic>
      <p:sp>
        <p:nvSpPr>
          <p:cNvPr id="510" name="CustomShape 15"/>
          <p:cNvSpPr/>
          <p:nvPr/>
        </p:nvSpPr>
        <p:spPr>
          <a:xfrm>
            <a:off x="14630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920" cy="54792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600" cy="273600"/>
          </a:xfrm>
          <a:prstGeom prst="rect">
            <a:avLst/>
          </a:prstGeom>
          <a:ln>
            <a:noFill/>
          </a:ln>
        </p:spPr>
      </p:pic>
      <p:sp>
        <p:nvSpPr>
          <p:cNvPr id="515" name="CustomShape 19"/>
          <p:cNvSpPr/>
          <p:nvPr/>
        </p:nvSpPr>
        <p:spPr>
          <a:xfrm>
            <a:off x="71474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7040" cy="219384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1280" cy="1736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800" cy="356544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3040" cy="3108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&gt; 1 s (µs)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7040" cy="210240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480" cy="45648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880" cy="227880"/>
          </a:xfrm>
          <a:prstGeom prst="rect">
            <a:avLst/>
          </a:prstGeom>
          <a:ln>
            <a:noFill/>
          </a:ln>
        </p:spPr>
      </p:pic>
      <p:sp>
        <p:nvSpPr>
          <p:cNvPr id="530" name="CustomShape 13"/>
          <p:cNvSpPr/>
          <p:nvPr/>
        </p:nvSpPr>
        <p:spPr>
          <a:xfrm>
            <a:off x="1371600" y="4069080"/>
            <a:ext cx="393120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800" cy="77652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480" cy="45648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880" cy="227880"/>
          </a:xfrm>
          <a:prstGeom prst="rect">
            <a:avLst/>
          </a:prstGeom>
          <a:ln>
            <a:noFill/>
          </a:ln>
        </p:spPr>
      </p:pic>
      <p:sp>
        <p:nvSpPr>
          <p:cNvPr id="534" name="CustomShape 16"/>
          <p:cNvSpPr/>
          <p:nvPr/>
        </p:nvSpPr>
        <p:spPr>
          <a:xfrm>
            <a:off x="6583680" y="5394960"/>
            <a:ext cx="4872960" cy="77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7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9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400" cy="457128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920" cy="54792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600" cy="273600"/>
          </a:xfrm>
          <a:prstGeom prst="rect">
            <a:avLst/>
          </a:prstGeom>
          <a:ln>
            <a:noFill/>
          </a:ln>
        </p:spPr>
      </p:pic>
      <p:sp>
        <p:nvSpPr>
          <p:cNvPr id="545" name="CustomShape 10"/>
          <p:cNvSpPr/>
          <p:nvPr/>
        </p:nvSpPr>
        <p:spPr>
          <a:xfrm>
            <a:off x="8732520" y="1828800"/>
            <a:ext cx="26784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42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8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4000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600" cy="273600"/>
          </a:xfrm>
          <a:prstGeom prst="rect">
            <a:avLst/>
          </a:prstGeom>
          <a:ln>
            <a:noFill/>
          </a:ln>
        </p:spPr>
      </p:pic>
      <p:sp>
        <p:nvSpPr>
          <p:cNvPr id="557" name="CustomShape 10"/>
          <p:cNvSpPr/>
          <p:nvPr/>
        </p:nvSpPr>
        <p:spPr>
          <a:xfrm>
            <a:off x="850392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920" cy="54792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600" cy="273600"/>
          </a:xfrm>
          <a:prstGeom prst="rect">
            <a:avLst/>
          </a:prstGeom>
          <a:ln>
            <a:noFill/>
          </a:ln>
        </p:spPr>
      </p:pic>
      <p:sp>
        <p:nvSpPr>
          <p:cNvPr id="562" name="CustomShape 14"/>
          <p:cNvSpPr/>
          <p:nvPr/>
        </p:nvSpPr>
        <p:spPr>
          <a:xfrm>
            <a:off x="1064376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760" cy="137088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880" cy="227880"/>
          </a:xfrm>
          <a:prstGeom prst="rect">
            <a:avLst/>
          </a:prstGeom>
          <a:ln>
            <a:noFill/>
          </a:ln>
        </p:spPr>
      </p:pic>
      <p:sp>
        <p:nvSpPr>
          <p:cNvPr id="567" name="CustomShape 18"/>
          <p:cNvSpPr/>
          <p:nvPr/>
        </p:nvSpPr>
        <p:spPr>
          <a:xfrm>
            <a:off x="1371600" y="4754880"/>
            <a:ext cx="1008792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880" cy="227880"/>
          </a:xfrm>
          <a:prstGeom prst="rect">
            <a:avLst/>
          </a:prstGeom>
          <a:ln>
            <a:noFill/>
          </a:ln>
        </p:spPr>
      </p:pic>
      <p:sp>
        <p:nvSpPr>
          <p:cNvPr id="575"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880" cy="227880"/>
          </a:xfrm>
          <a:prstGeom prst="rect">
            <a:avLst/>
          </a:prstGeom>
          <a:ln>
            <a:noFill/>
          </a:ln>
        </p:spPr>
      </p:pic>
      <p:sp>
        <p:nvSpPr>
          <p:cNvPr id="579"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880" cy="227880"/>
          </a:xfrm>
          <a:prstGeom prst="rect">
            <a:avLst/>
          </a:prstGeom>
          <a:ln>
            <a:noFill/>
          </a:ln>
        </p:spPr>
      </p:pic>
      <p:sp>
        <p:nvSpPr>
          <p:cNvPr id="583"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880" cy="227880"/>
          </a:xfrm>
          <a:prstGeom prst="rect">
            <a:avLst/>
          </a:prstGeom>
          <a:ln>
            <a:noFill/>
          </a:ln>
        </p:spPr>
      </p:pic>
      <p:sp>
        <p:nvSpPr>
          <p:cNvPr id="587"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880" cy="227880"/>
          </a:xfrm>
          <a:prstGeom prst="rect">
            <a:avLst/>
          </a:prstGeom>
          <a:ln>
            <a:noFill/>
          </a:ln>
        </p:spPr>
      </p:pic>
      <p:sp>
        <p:nvSpPr>
          <p:cNvPr id="591"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880" cy="227880"/>
          </a:xfrm>
          <a:prstGeom prst="rect">
            <a:avLst/>
          </a:prstGeom>
          <a:ln>
            <a:noFill/>
          </a:ln>
        </p:spPr>
      </p:pic>
      <p:sp>
        <p:nvSpPr>
          <p:cNvPr id="595"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  </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600" cy="273600"/>
          </a:xfrm>
          <a:prstGeom prst="rect">
            <a:avLst/>
          </a:prstGeom>
          <a:ln>
            <a:noFill/>
          </a:ln>
        </p:spPr>
      </p:pic>
      <p:sp>
        <p:nvSpPr>
          <p:cNvPr id="608"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600" cy="273600"/>
          </a:xfrm>
          <a:prstGeom prst="rect">
            <a:avLst/>
          </a:prstGeom>
          <a:ln>
            <a:noFill/>
          </a:ln>
        </p:spPr>
      </p:pic>
      <p:sp>
        <p:nvSpPr>
          <p:cNvPr id="61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600" cy="273600"/>
          </a:xfrm>
          <a:prstGeom prst="rect">
            <a:avLst/>
          </a:prstGeom>
          <a:ln>
            <a:noFill/>
          </a:ln>
        </p:spPr>
      </p:pic>
      <p:sp>
        <p:nvSpPr>
          <p:cNvPr id="62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600" cy="273600"/>
          </a:xfrm>
          <a:prstGeom prst="rect">
            <a:avLst/>
          </a:prstGeom>
          <a:ln>
            <a:noFill/>
          </a:ln>
        </p:spPr>
      </p:pic>
      <p:sp>
        <p:nvSpPr>
          <p:cNvPr id="62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600" cy="273600"/>
          </a:xfrm>
          <a:prstGeom prst="rect">
            <a:avLst/>
          </a:prstGeom>
          <a:ln>
            <a:noFill/>
          </a:ln>
        </p:spPr>
      </p:pic>
      <p:sp>
        <p:nvSpPr>
          <p:cNvPr id="632"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600" cy="273600"/>
          </a:xfrm>
          <a:prstGeom prst="rect">
            <a:avLst/>
          </a:prstGeom>
          <a:ln>
            <a:noFill/>
          </a:ln>
        </p:spPr>
      </p:pic>
      <p:sp>
        <p:nvSpPr>
          <p:cNvPr id="637"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920" cy="54792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600" cy="273600"/>
          </a:xfrm>
          <a:prstGeom prst="rect">
            <a:avLst/>
          </a:prstGeom>
          <a:ln>
            <a:noFill/>
          </a:ln>
        </p:spPr>
      </p:pic>
      <p:sp>
        <p:nvSpPr>
          <p:cNvPr id="642"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424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600" cy="273600"/>
          </a:xfrm>
          <a:prstGeom prst="rect">
            <a:avLst/>
          </a:prstGeom>
          <a:ln>
            <a:noFill/>
          </a:ln>
        </p:spPr>
      </p:pic>
      <p:sp>
        <p:nvSpPr>
          <p:cNvPr id="651"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4240" cy="292536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600" cy="273600"/>
          </a:xfrm>
          <a:prstGeom prst="rect">
            <a:avLst/>
          </a:prstGeom>
          <a:ln>
            <a:noFill/>
          </a:ln>
        </p:spPr>
      </p:pic>
      <p:sp>
        <p:nvSpPr>
          <p:cNvPr id="656"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880" cy="137088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5120" cy="913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64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88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640" cy="86796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480" cy="45648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880" cy="227880"/>
          </a:xfrm>
          <a:prstGeom prst="rect">
            <a:avLst/>
          </a:prstGeom>
          <a:ln>
            <a:noFill/>
          </a:ln>
        </p:spPr>
      </p:pic>
      <p:sp>
        <p:nvSpPr>
          <p:cNvPr id="671" name="CustomShape 10"/>
          <p:cNvSpPr/>
          <p:nvPr/>
        </p:nvSpPr>
        <p:spPr>
          <a:xfrm>
            <a:off x="1371600" y="5303520"/>
            <a:ext cx="530280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7200" cy="457128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920" cy="54792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600" cy="273600"/>
          </a:xfrm>
          <a:prstGeom prst="rect">
            <a:avLst/>
          </a:prstGeom>
          <a:ln>
            <a:noFill/>
          </a:ln>
        </p:spPr>
      </p:pic>
      <p:sp>
        <p:nvSpPr>
          <p:cNvPr id="675" name="CustomShape 13"/>
          <p:cNvSpPr/>
          <p:nvPr/>
        </p:nvSpPr>
        <p:spPr>
          <a:xfrm>
            <a:off x="8046720" y="182880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500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600" cy="273600"/>
          </a:xfrm>
          <a:prstGeom prst="rect">
            <a:avLst/>
          </a:prstGeom>
          <a:ln>
            <a:noFill/>
          </a:ln>
        </p:spPr>
      </p:pic>
      <p:sp>
        <p:nvSpPr>
          <p:cNvPr id="687"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880" cy="227880"/>
          </a:xfrm>
          <a:prstGeom prst="rect">
            <a:avLst/>
          </a:prstGeom>
          <a:ln>
            <a:noFill/>
          </a:ln>
        </p:spPr>
      </p:pic>
      <p:sp>
        <p:nvSpPr>
          <p:cNvPr id="722"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2200" cy="50220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2200" cy="50220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2200" cy="50220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2200" cy="50220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2200" cy="50220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4016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40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680" cy="196524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480" cy="45648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880" cy="227880"/>
          </a:xfrm>
          <a:prstGeom prst="rect">
            <a:avLst/>
          </a:prstGeom>
          <a:ln>
            <a:noFill/>
          </a:ln>
        </p:spPr>
      </p:pic>
      <p:sp>
        <p:nvSpPr>
          <p:cNvPr id="768" name="CustomShape 45"/>
          <p:cNvSpPr/>
          <p:nvPr/>
        </p:nvSpPr>
        <p:spPr>
          <a:xfrm>
            <a:off x="8686800" y="4206240"/>
            <a:ext cx="276984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7200" cy="109656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880" cy="227880"/>
          </a:xfrm>
          <a:prstGeom prst="rect">
            <a:avLst/>
          </a:prstGeom>
          <a:ln>
            <a:noFill/>
          </a:ln>
        </p:spPr>
      </p:pic>
      <p:sp>
        <p:nvSpPr>
          <p:cNvPr id="777" name="CustomShape 8"/>
          <p:cNvSpPr/>
          <p:nvPr/>
        </p:nvSpPr>
        <p:spPr>
          <a:xfrm>
            <a:off x="1371600" y="5074920"/>
            <a:ext cx="521136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600" cy="273600"/>
          </a:xfrm>
          <a:prstGeom prst="rect">
            <a:avLst/>
          </a:prstGeom>
          <a:ln>
            <a:noFill/>
          </a:ln>
        </p:spPr>
      </p:pic>
      <p:sp>
        <p:nvSpPr>
          <p:cNvPr id="78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600" cy="273600"/>
          </a:xfrm>
          <a:prstGeom prst="rect">
            <a:avLst/>
          </a:prstGeom>
          <a:ln>
            <a:noFill/>
          </a:ln>
        </p:spPr>
      </p:pic>
      <p:sp>
        <p:nvSpPr>
          <p:cNvPr id="79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600" cy="273600"/>
          </a:xfrm>
          <a:prstGeom prst="rect">
            <a:avLst/>
          </a:prstGeom>
          <a:ln>
            <a:noFill/>
          </a:ln>
        </p:spPr>
      </p:pic>
      <p:sp>
        <p:nvSpPr>
          <p:cNvPr id="79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880" cy="227880"/>
          </a:xfrm>
          <a:prstGeom prst="rect">
            <a:avLst/>
          </a:prstGeom>
          <a:ln>
            <a:noFill/>
          </a:ln>
        </p:spPr>
      </p:pic>
      <p:sp>
        <p:nvSpPr>
          <p:cNvPr id="803" name="CustomShape 19"/>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880" cy="105084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480" cy="45648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880" cy="227880"/>
          </a:xfrm>
          <a:prstGeom prst="rect">
            <a:avLst/>
          </a:prstGeom>
          <a:ln>
            <a:noFill/>
          </a:ln>
        </p:spPr>
      </p:pic>
      <p:sp>
        <p:nvSpPr>
          <p:cNvPr id="817"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40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64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880" cy="100512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880" cy="227880"/>
          </a:xfrm>
          <a:prstGeom prst="rect">
            <a:avLst/>
          </a:prstGeom>
          <a:ln>
            <a:noFill/>
          </a:ln>
        </p:spPr>
      </p:pic>
      <p:sp>
        <p:nvSpPr>
          <p:cNvPr id="829" name="CustomShape 11"/>
          <p:cNvSpPr/>
          <p:nvPr/>
        </p:nvSpPr>
        <p:spPr>
          <a:xfrm>
            <a:off x="1371600" y="516636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720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44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640" cy="214812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920" cy="54792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600" cy="273600"/>
          </a:xfrm>
          <a:prstGeom prst="rect">
            <a:avLst/>
          </a:prstGeom>
          <a:ln>
            <a:noFill/>
          </a:ln>
        </p:spPr>
      </p:pic>
      <p:sp>
        <p:nvSpPr>
          <p:cNvPr id="840" name="CustomShape 10"/>
          <p:cNvSpPr/>
          <p:nvPr/>
        </p:nvSpPr>
        <p:spPr>
          <a:xfrm>
            <a:off x="7955280" y="1828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440" cy="95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640" cy="223956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920" cy="54792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600" cy="273600"/>
          </a:xfrm>
          <a:prstGeom prst="rect">
            <a:avLst/>
          </a:prstGeom>
          <a:ln>
            <a:noFill/>
          </a:ln>
        </p:spPr>
      </p:pic>
      <p:sp>
        <p:nvSpPr>
          <p:cNvPr id="845" name="CustomShape 14"/>
          <p:cNvSpPr/>
          <p:nvPr/>
        </p:nvSpPr>
        <p:spPr>
          <a:xfrm>
            <a:off x="7955280" y="4114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440" cy="1050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7200" cy="137088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880" cy="227880"/>
          </a:xfrm>
          <a:prstGeom prst="rect">
            <a:avLst/>
          </a:prstGeom>
          <a:ln>
            <a:noFill/>
          </a:ln>
        </p:spPr>
      </p:pic>
      <p:sp>
        <p:nvSpPr>
          <p:cNvPr id="850" name="CustomShape 18"/>
          <p:cNvSpPr/>
          <p:nvPr/>
        </p:nvSpPr>
        <p:spPr>
          <a:xfrm>
            <a:off x="1371600" y="4754880"/>
            <a:ext cx="52113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6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880" cy="227880"/>
          </a:xfrm>
          <a:prstGeom prst="rect">
            <a:avLst/>
          </a:prstGeom>
          <a:ln>
            <a:noFill/>
          </a:ln>
        </p:spPr>
      </p:pic>
      <p:sp>
        <p:nvSpPr>
          <p:cNvPr id="884"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760" cy="333684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640" cy="333684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76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6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360" cy="63936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9320" cy="319320"/>
          </a:xfrm>
          <a:prstGeom prst="rect">
            <a:avLst/>
          </a:prstGeom>
          <a:ln>
            <a:noFill/>
          </a:ln>
        </p:spPr>
      </p:pic>
      <p:sp>
        <p:nvSpPr>
          <p:cNvPr id="896" name="CustomShape 11"/>
          <p:cNvSpPr/>
          <p:nvPr/>
        </p:nvSpPr>
        <p:spPr>
          <a:xfrm>
            <a:off x="822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360" cy="63936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9320" cy="319320"/>
          </a:xfrm>
          <a:prstGeom prst="rect">
            <a:avLst/>
          </a:prstGeom>
          <a:ln>
            <a:noFill/>
          </a:ln>
        </p:spPr>
      </p:pic>
      <p:sp>
        <p:nvSpPr>
          <p:cNvPr id="902" name="CustomShape 16"/>
          <p:cNvSpPr/>
          <p:nvPr/>
        </p:nvSpPr>
        <p:spPr>
          <a:xfrm>
            <a:off x="294984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360" cy="63936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9320" cy="319320"/>
          </a:xfrm>
          <a:prstGeom prst="rect">
            <a:avLst/>
          </a:prstGeom>
          <a:ln>
            <a:noFill/>
          </a:ln>
        </p:spPr>
      </p:pic>
      <p:sp>
        <p:nvSpPr>
          <p:cNvPr id="908" name="CustomShape 21"/>
          <p:cNvSpPr/>
          <p:nvPr/>
        </p:nvSpPr>
        <p:spPr>
          <a:xfrm>
            <a:off x="548820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360" cy="63936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9320" cy="319320"/>
          </a:xfrm>
          <a:prstGeom prst="rect">
            <a:avLst/>
          </a:prstGeom>
          <a:ln>
            <a:noFill/>
          </a:ln>
        </p:spPr>
      </p:pic>
      <p:sp>
        <p:nvSpPr>
          <p:cNvPr id="914" name="CustomShape 26"/>
          <p:cNvSpPr/>
          <p:nvPr/>
        </p:nvSpPr>
        <p:spPr>
          <a:xfrm>
            <a:off x="761508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360" cy="63936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9320" cy="319320"/>
          </a:xfrm>
          <a:prstGeom prst="rect">
            <a:avLst/>
          </a:prstGeom>
          <a:ln>
            <a:noFill/>
          </a:ln>
        </p:spPr>
      </p:pic>
      <p:sp>
        <p:nvSpPr>
          <p:cNvPr id="920" name="CustomShape 31"/>
          <p:cNvSpPr/>
          <p:nvPr/>
        </p:nvSpPr>
        <p:spPr>
          <a:xfrm>
            <a:off x="9741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880" cy="227880"/>
          </a:xfrm>
          <a:prstGeom prst="rect">
            <a:avLst/>
          </a:prstGeom>
          <a:ln>
            <a:noFill/>
          </a:ln>
        </p:spPr>
      </p:pic>
      <p:sp>
        <p:nvSpPr>
          <p:cNvPr id="925" name="CustomShape 35"/>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40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64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440" cy="164520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480" cy="45648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880" cy="227880"/>
          </a:xfrm>
          <a:prstGeom prst="rect">
            <a:avLst/>
          </a:prstGeom>
          <a:ln>
            <a:noFill/>
          </a:ln>
        </p:spPr>
      </p:pic>
      <p:sp>
        <p:nvSpPr>
          <p:cNvPr id="937" name="CustomShape 11"/>
          <p:cNvSpPr/>
          <p:nvPr/>
        </p:nvSpPr>
        <p:spPr>
          <a:xfrm>
            <a:off x="8321040" y="4526280"/>
            <a:ext cx="313560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600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7024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6000" cy="86796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480" cy="45648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880" cy="227880"/>
          </a:xfrm>
          <a:prstGeom prst="rect">
            <a:avLst/>
          </a:prstGeom>
          <a:ln>
            <a:noFill/>
          </a:ln>
        </p:spPr>
      </p:pic>
      <p:sp>
        <p:nvSpPr>
          <p:cNvPr id="955" name="CustomShape 17"/>
          <p:cNvSpPr/>
          <p:nvPr/>
        </p:nvSpPr>
        <p:spPr>
          <a:xfrm>
            <a:off x="6126480" y="5303520"/>
            <a:ext cx="533016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56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80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880" cy="227880"/>
          </a:xfrm>
          <a:prstGeom prst="rect">
            <a:avLst/>
          </a:prstGeom>
          <a:ln>
            <a:noFill/>
          </a:ln>
        </p:spPr>
      </p:pic>
      <p:sp>
        <p:nvSpPr>
          <p:cNvPr id="967" name="CustomShape 11"/>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600" cy="273600"/>
          </a:xfrm>
          <a:prstGeom prst="rect">
            <a:avLst/>
          </a:prstGeom>
          <a:ln>
            <a:noFill/>
          </a:ln>
        </p:spPr>
      </p:pic>
      <p:sp>
        <p:nvSpPr>
          <p:cNvPr id="975"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600" cy="233100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600" cy="273600"/>
          </a:xfrm>
          <a:prstGeom prst="rect">
            <a:avLst/>
          </a:prstGeom>
          <a:ln>
            <a:noFill/>
          </a:ln>
        </p:spPr>
      </p:pic>
      <p:sp>
        <p:nvSpPr>
          <p:cNvPr id="980"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600" cy="273600"/>
          </a:xfrm>
          <a:prstGeom prst="rect">
            <a:avLst/>
          </a:prstGeom>
          <a:ln>
            <a:noFill/>
          </a:ln>
        </p:spPr>
      </p:pic>
      <p:sp>
        <p:nvSpPr>
          <p:cNvPr id="985"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72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96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7120" cy="196524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480" cy="45648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880" cy="227880"/>
          </a:xfrm>
          <a:prstGeom prst="rect">
            <a:avLst/>
          </a:prstGeom>
          <a:ln>
            <a:noFill/>
          </a:ln>
        </p:spPr>
      </p:pic>
      <p:sp>
        <p:nvSpPr>
          <p:cNvPr id="993" name="CustomShape 22"/>
          <p:cNvSpPr/>
          <p:nvPr/>
        </p:nvSpPr>
        <p:spPr>
          <a:xfrm>
            <a:off x="8595360" y="4206240"/>
            <a:ext cx="286128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5280" cy="91368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5280" cy="91368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4240" cy="114228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880" cy="227880"/>
          </a:xfrm>
          <a:prstGeom prst="rect">
            <a:avLst/>
          </a:prstGeom>
          <a:ln>
            <a:noFill/>
          </a:ln>
        </p:spPr>
      </p:pic>
      <p:sp>
        <p:nvSpPr>
          <p:cNvPr id="1017" name="CustomShape 23"/>
          <p:cNvSpPr/>
          <p:nvPr/>
        </p:nvSpPr>
        <p:spPr>
          <a:xfrm>
            <a:off x="137160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4240" cy="114228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480" cy="45648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880" cy="227880"/>
          </a:xfrm>
          <a:prstGeom prst="rect">
            <a:avLst/>
          </a:prstGeom>
          <a:ln>
            <a:noFill/>
          </a:ln>
        </p:spPr>
      </p:pic>
      <p:sp>
        <p:nvSpPr>
          <p:cNvPr id="1021" name="CustomShape 26"/>
          <p:cNvSpPr/>
          <p:nvPr/>
        </p:nvSpPr>
        <p:spPr>
          <a:xfrm>
            <a:off x="706824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424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600" cy="273600"/>
          </a:xfrm>
          <a:prstGeom prst="rect">
            <a:avLst/>
          </a:prstGeom>
          <a:ln>
            <a:noFill/>
          </a:ln>
        </p:spPr>
      </p:pic>
      <p:sp>
        <p:nvSpPr>
          <p:cNvPr id="1029"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4240" cy="274248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600" cy="273600"/>
          </a:xfrm>
          <a:prstGeom prst="rect">
            <a:avLst/>
          </a:prstGeom>
          <a:ln>
            <a:noFill/>
          </a:ln>
        </p:spPr>
      </p:pic>
      <p:sp>
        <p:nvSpPr>
          <p:cNvPr id="1034"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3040" cy="155376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7280" cy="109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800" cy="155376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480" cy="45648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880" cy="227880"/>
          </a:xfrm>
          <a:prstGeom prst="rect">
            <a:avLst/>
          </a:prstGeom>
          <a:ln>
            <a:noFill/>
          </a:ln>
        </p:spPr>
      </p:pic>
      <p:sp>
        <p:nvSpPr>
          <p:cNvPr id="1042" name="CustomShape 18"/>
          <p:cNvSpPr/>
          <p:nvPr/>
        </p:nvSpPr>
        <p:spPr>
          <a:xfrm>
            <a:off x="8869680" y="4617720"/>
            <a:ext cx="2586960" cy="155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7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36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60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480" cy="159948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480" cy="45648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880" cy="227880"/>
          </a:xfrm>
          <a:prstGeom prst="rect">
            <a:avLst/>
          </a:prstGeom>
          <a:ln>
            <a:noFill/>
          </a:ln>
        </p:spPr>
      </p:pic>
      <p:sp>
        <p:nvSpPr>
          <p:cNvPr id="1076" name="CustomShape 33"/>
          <p:cNvSpPr/>
          <p:nvPr/>
        </p:nvSpPr>
        <p:spPr>
          <a:xfrm>
            <a:off x="9144000" y="4572000"/>
            <a:ext cx="231264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600" cy="273600"/>
          </a:xfrm>
          <a:prstGeom prst="rect">
            <a:avLst/>
          </a:prstGeom>
          <a:ln>
            <a:noFill/>
          </a:ln>
        </p:spPr>
      </p:pic>
      <p:sp>
        <p:nvSpPr>
          <p:cNvPr id="1084" name="CustomShape 7"/>
          <p:cNvSpPr/>
          <p:nvPr/>
        </p:nvSpPr>
        <p:spPr>
          <a:xfrm>
            <a:off x="146304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920" cy="54792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600" cy="273600"/>
          </a:xfrm>
          <a:prstGeom prst="rect">
            <a:avLst/>
          </a:prstGeom>
          <a:ln>
            <a:noFill/>
          </a:ln>
        </p:spPr>
      </p:pic>
      <p:sp>
        <p:nvSpPr>
          <p:cNvPr id="1089" name="CustomShape 11"/>
          <p:cNvSpPr/>
          <p:nvPr/>
        </p:nvSpPr>
        <p:spPr>
          <a:xfrm>
            <a:off x="430452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600" cy="273600"/>
          </a:xfrm>
          <a:prstGeom prst="rect">
            <a:avLst/>
          </a:prstGeom>
          <a:ln>
            <a:noFill/>
          </a:ln>
        </p:spPr>
      </p:pic>
      <p:sp>
        <p:nvSpPr>
          <p:cNvPr id="1094" name="CustomShape 15"/>
          <p:cNvSpPr/>
          <p:nvPr/>
        </p:nvSpPr>
        <p:spPr>
          <a:xfrm>
            <a:off x="714600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440" cy="338256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920" cy="54792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600" cy="273600"/>
          </a:xfrm>
          <a:prstGeom prst="rect">
            <a:avLst/>
          </a:prstGeom>
          <a:ln>
            <a:noFill/>
          </a:ln>
        </p:spPr>
      </p:pic>
      <p:sp>
        <p:nvSpPr>
          <p:cNvPr id="1099" name="CustomShape 19"/>
          <p:cNvSpPr/>
          <p:nvPr/>
        </p:nvSpPr>
        <p:spPr>
          <a:xfrm>
            <a:off x="998748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880" cy="227880"/>
          </a:xfrm>
          <a:prstGeom prst="rect">
            <a:avLst/>
          </a:prstGeom>
          <a:ln>
            <a:noFill/>
          </a:ln>
        </p:spPr>
      </p:pic>
      <p:sp>
        <p:nvSpPr>
          <p:cNvPr id="1104" name="CustomShape 23"/>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880" cy="227880"/>
          </a:xfrm>
          <a:prstGeom prst="rect">
            <a:avLst/>
          </a:prstGeom>
          <a:ln>
            <a:noFill/>
          </a:ln>
        </p:spPr>
      </p:pic>
      <p:sp>
        <p:nvSpPr>
          <p:cNvPr id="111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880" cy="227880"/>
          </a:xfrm>
          <a:prstGeom prst="rect">
            <a:avLst/>
          </a:prstGeom>
          <a:ln>
            <a:noFill/>
          </a:ln>
        </p:spPr>
      </p:pic>
      <p:sp>
        <p:nvSpPr>
          <p:cNvPr id="111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880" cy="227880"/>
          </a:xfrm>
          <a:prstGeom prst="rect">
            <a:avLst/>
          </a:prstGeom>
          <a:ln>
            <a:noFill/>
          </a:ln>
        </p:spPr>
      </p:pic>
      <p:sp>
        <p:nvSpPr>
          <p:cNvPr id="112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880" cy="227880"/>
          </a:xfrm>
          <a:prstGeom prst="rect">
            <a:avLst/>
          </a:prstGeom>
          <a:ln>
            <a:noFill/>
          </a:ln>
        </p:spPr>
      </p:pic>
      <p:sp>
        <p:nvSpPr>
          <p:cNvPr id="112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880" cy="227880"/>
          </a:xfrm>
          <a:prstGeom prst="rect">
            <a:avLst/>
          </a:prstGeom>
          <a:ln>
            <a:noFill/>
          </a:ln>
        </p:spPr>
      </p:pic>
      <p:sp>
        <p:nvSpPr>
          <p:cNvPr id="112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880" cy="227880"/>
          </a:xfrm>
          <a:prstGeom prst="rect">
            <a:avLst/>
          </a:prstGeom>
          <a:ln>
            <a:noFill/>
          </a:ln>
        </p:spPr>
      </p:pic>
      <p:sp>
        <p:nvSpPr>
          <p:cNvPr id="113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92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600" cy="273600"/>
          </a:xfrm>
          <a:prstGeom prst="rect">
            <a:avLst/>
          </a:prstGeom>
          <a:ln>
            <a:noFill/>
          </a:ln>
        </p:spPr>
      </p:pic>
      <p:sp>
        <p:nvSpPr>
          <p:cNvPr id="1142"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920" cy="315396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920" cy="54792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600" cy="273600"/>
          </a:xfrm>
          <a:prstGeom prst="rect">
            <a:avLst/>
          </a:prstGeom>
          <a:ln>
            <a:noFill/>
          </a:ln>
        </p:spPr>
      </p:pic>
      <p:sp>
        <p:nvSpPr>
          <p:cNvPr id="1147"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880" cy="114228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880" cy="227880"/>
          </a:xfrm>
          <a:prstGeom prst="rect">
            <a:avLst/>
          </a:prstGeom>
          <a:ln>
            <a:noFill/>
          </a:ln>
        </p:spPr>
      </p:pic>
      <p:sp>
        <p:nvSpPr>
          <p:cNvPr id="1152" name="CustomShape 15"/>
          <p:cNvSpPr/>
          <p:nvPr/>
        </p:nvSpPr>
        <p:spPr>
          <a:xfrm>
            <a:off x="1371600" y="502920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72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96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720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880" cy="361116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680" cy="2785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880" cy="227880"/>
          </a:xfrm>
          <a:prstGeom prst="rect">
            <a:avLst/>
          </a:prstGeom>
          <a:ln>
            <a:noFill/>
          </a:ln>
        </p:spPr>
      </p:pic>
      <p:sp>
        <p:nvSpPr>
          <p:cNvPr id="1213" name="CustomShape 13"/>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4240" cy="233100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480" cy="1873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4240" cy="196524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704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7040" cy="113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60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84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600" cy="137088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480" cy="45648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880" cy="227880"/>
          </a:xfrm>
          <a:prstGeom prst="rect">
            <a:avLst/>
          </a:prstGeom>
          <a:ln>
            <a:noFill/>
          </a:ln>
        </p:spPr>
      </p:pic>
      <p:sp>
        <p:nvSpPr>
          <p:cNvPr id="1230" name="CustomShape 16"/>
          <p:cNvSpPr/>
          <p:nvPr/>
        </p:nvSpPr>
        <p:spPr>
          <a:xfrm>
            <a:off x="7040880" y="4800600"/>
            <a:ext cx="44157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9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72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960" cy="127944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7200" cy="822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88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680" cy="155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600" cy="273600"/>
          </a:xfrm>
          <a:prstGeom prst="rect">
            <a:avLst/>
          </a:prstGeom>
          <a:ln>
            <a:noFill/>
          </a:ln>
        </p:spPr>
      </p:pic>
      <p:sp>
        <p:nvSpPr>
          <p:cNvPr id="126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600" cy="315396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600" cy="273600"/>
          </a:xfrm>
          <a:prstGeom prst="rect">
            <a:avLst/>
          </a:prstGeom>
          <a:ln>
            <a:noFill/>
          </a:ln>
        </p:spPr>
      </p:pic>
      <p:sp>
        <p:nvSpPr>
          <p:cNvPr id="127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600" cy="273600"/>
          </a:xfrm>
          <a:prstGeom prst="rect">
            <a:avLst/>
          </a:prstGeom>
          <a:ln>
            <a:noFill/>
          </a:ln>
        </p:spPr>
      </p:pic>
      <p:sp>
        <p:nvSpPr>
          <p:cNvPr id="127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880" cy="123372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480" cy="45648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880" cy="227880"/>
          </a:xfrm>
          <a:prstGeom prst="rect">
            <a:avLst/>
          </a:prstGeom>
          <a:ln>
            <a:noFill/>
          </a:ln>
        </p:spPr>
      </p:pic>
      <p:sp>
        <p:nvSpPr>
          <p:cNvPr id="1283" name="CustomShape 19"/>
          <p:cNvSpPr/>
          <p:nvPr/>
        </p:nvSpPr>
        <p:spPr>
          <a:xfrm>
            <a:off x="1371600" y="4892040"/>
            <a:ext cx="10085040" cy="1233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432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56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4320" cy="127944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480" cy="45648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880" cy="227880"/>
          </a:xfrm>
          <a:prstGeom prst="rect">
            <a:avLst/>
          </a:prstGeom>
          <a:ln>
            <a:noFill/>
          </a:ln>
        </p:spPr>
      </p:pic>
      <p:sp>
        <p:nvSpPr>
          <p:cNvPr id="1294" name="CustomShape 10"/>
          <p:cNvSpPr/>
          <p:nvPr/>
        </p:nvSpPr>
        <p:spPr>
          <a:xfrm>
            <a:off x="1371600" y="4892040"/>
            <a:ext cx="5028480" cy="127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520" cy="457128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920" cy="54792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600" cy="273600"/>
          </a:xfrm>
          <a:prstGeom prst="rect">
            <a:avLst/>
          </a:prstGeom>
          <a:ln>
            <a:noFill/>
          </a:ln>
        </p:spPr>
      </p:pic>
      <p:sp>
        <p:nvSpPr>
          <p:cNvPr id="1298" name="CustomShape 13"/>
          <p:cNvSpPr/>
          <p:nvPr/>
        </p:nvSpPr>
        <p:spPr>
          <a:xfrm>
            <a:off x="7772400" y="1828800"/>
            <a:ext cx="3638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432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880" cy="105084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480" cy="45648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880" cy="227880"/>
          </a:xfrm>
          <a:prstGeom prst="rect">
            <a:avLst/>
          </a:prstGeom>
          <a:ln>
            <a:noFill/>
          </a:ln>
        </p:spPr>
      </p:pic>
      <p:sp>
        <p:nvSpPr>
          <p:cNvPr id="1313"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424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48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4240" cy="100512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880" cy="227880"/>
          </a:xfrm>
          <a:prstGeom prst="rect">
            <a:avLst/>
          </a:prstGeom>
          <a:ln>
            <a:noFill/>
          </a:ln>
        </p:spPr>
      </p:pic>
      <p:sp>
        <p:nvSpPr>
          <p:cNvPr id="1324" name="CustomShape 10"/>
          <p:cNvSpPr/>
          <p:nvPr/>
        </p:nvSpPr>
        <p:spPr>
          <a:xfrm>
            <a:off x="1371600" y="5166360"/>
            <a:ext cx="438840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4240" cy="228528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480" cy="1828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10320" cy="31032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10320" cy="31032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10320" cy="31032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720" cy="219384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880" cy="227880"/>
          </a:xfrm>
          <a:prstGeom prst="rect">
            <a:avLst/>
          </a:prstGeom>
          <a:ln>
            <a:noFill/>
          </a:ln>
        </p:spPr>
      </p:pic>
      <p:sp>
        <p:nvSpPr>
          <p:cNvPr id="1361" name="CustomShape 8"/>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720" cy="41076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92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960" cy="109656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960" cy="10965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960" cy="109656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720" cy="91368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64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88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7200" cy="118800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480" cy="45648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880" cy="227880"/>
          </a:xfrm>
          <a:prstGeom prst="rect">
            <a:avLst/>
          </a:prstGeom>
          <a:ln>
            <a:noFill/>
          </a:ln>
        </p:spPr>
      </p:pic>
      <p:sp>
        <p:nvSpPr>
          <p:cNvPr id="1432" name="CustomShape 11"/>
          <p:cNvSpPr/>
          <p:nvPr/>
        </p:nvSpPr>
        <p:spPr>
          <a:xfrm>
            <a:off x="7955280" y="4023360"/>
            <a:ext cx="350136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880" cy="227880"/>
          </a:xfrm>
          <a:prstGeom prst="rect">
            <a:avLst/>
          </a:prstGeom>
          <a:ln>
            <a:noFill/>
          </a:ln>
        </p:spPr>
      </p:pic>
      <p:sp>
        <p:nvSpPr>
          <p:cNvPr id="1436" name="CustomShape 14"/>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2200" cy="50220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2200" cy="50220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2200" cy="50220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9320" cy="319320"/>
          </a:xfrm>
          <a:prstGeom prst="rect">
            <a:avLst/>
          </a:prstGeom>
          <a:ln>
            <a:noFill/>
          </a:ln>
        </p:spPr>
      </p:pic>
      <p:sp>
        <p:nvSpPr>
          <p:cNvPr id="1466"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9320" cy="319320"/>
          </a:xfrm>
          <a:prstGeom prst="rect">
            <a:avLst/>
          </a:prstGeom>
          <a:ln>
            <a:noFill/>
          </a:ln>
        </p:spPr>
      </p:pic>
      <p:sp>
        <p:nvSpPr>
          <p:cNvPr id="1471"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9320" cy="319320"/>
          </a:xfrm>
          <a:prstGeom prst="rect">
            <a:avLst/>
          </a:prstGeom>
          <a:ln>
            <a:noFill/>
          </a:ln>
        </p:spPr>
      </p:pic>
      <p:sp>
        <p:nvSpPr>
          <p:cNvPr id="1476"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9320" cy="319320"/>
          </a:xfrm>
          <a:prstGeom prst="rect">
            <a:avLst/>
          </a:prstGeom>
          <a:ln>
            <a:noFill/>
          </a:ln>
        </p:spPr>
      </p:pic>
      <p:sp>
        <p:nvSpPr>
          <p:cNvPr id="1481"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880" cy="227880"/>
          </a:xfrm>
          <a:prstGeom prst="rect">
            <a:avLst/>
          </a:prstGeom>
          <a:ln>
            <a:noFill/>
          </a:ln>
        </p:spPr>
      </p:pic>
      <p:sp>
        <p:nvSpPr>
          <p:cNvPr id="149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880" cy="227880"/>
          </a:xfrm>
          <a:prstGeom prst="rect">
            <a:avLst/>
          </a:prstGeom>
          <a:ln>
            <a:noFill/>
          </a:ln>
        </p:spPr>
      </p:pic>
      <p:sp>
        <p:nvSpPr>
          <p:cNvPr id="149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880" cy="227880"/>
          </a:xfrm>
          <a:prstGeom prst="rect">
            <a:avLst/>
          </a:prstGeom>
          <a:ln>
            <a:noFill/>
          </a:ln>
        </p:spPr>
      </p:pic>
      <p:sp>
        <p:nvSpPr>
          <p:cNvPr id="150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880" cy="227880"/>
          </a:xfrm>
          <a:prstGeom prst="rect">
            <a:avLst/>
          </a:prstGeom>
          <a:ln>
            <a:noFill/>
          </a:ln>
        </p:spPr>
      </p:pic>
      <p:sp>
        <p:nvSpPr>
          <p:cNvPr id="150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880" cy="227880"/>
          </a:xfrm>
          <a:prstGeom prst="rect">
            <a:avLst/>
          </a:prstGeom>
          <a:ln>
            <a:noFill/>
          </a:ln>
        </p:spPr>
      </p:pic>
      <p:sp>
        <p:nvSpPr>
          <p:cNvPr id="150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880" cy="227880"/>
          </a:xfrm>
          <a:prstGeom prst="rect">
            <a:avLst/>
          </a:prstGeom>
          <a:ln>
            <a:noFill/>
          </a:ln>
        </p:spPr>
      </p:pic>
      <p:sp>
        <p:nvSpPr>
          <p:cNvPr id="151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880" cy="100512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880" cy="227880"/>
          </a:xfrm>
          <a:prstGeom prst="rect">
            <a:avLst/>
          </a:prstGeom>
          <a:ln>
            <a:noFill/>
          </a:ln>
        </p:spPr>
      </p:pic>
      <p:sp>
        <p:nvSpPr>
          <p:cNvPr id="1523" name="CustomShape 8"/>
          <p:cNvSpPr/>
          <p:nvPr/>
        </p:nvSpPr>
        <p:spPr>
          <a:xfrm>
            <a:off x="1371600" y="512064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520" cy="1764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520" cy="1764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520" cy="1764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5040" cy="36504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5040" cy="36504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5040" cy="36504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6000" cy="21888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6000" cy="21888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6000" cy="21888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6000" cy="21888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6000" cy="21888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6000" cy="21888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6000" cy="21888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6000" cy="21888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6000" cy="21888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6000" cy="21888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6000" cy="21888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6000" cy="21888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6000" cy="21888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6000" cy="21888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6000" cy="21888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6000" cy="21888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6000" cy="21888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6000" cy="21888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6000" cy="21888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6000" cy="21888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6000" cy="21888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6000" cy="21888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6000" cy="21888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6000" cy="21888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6000" cy="21888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6000" cy="21888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6000" cy="21888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6000" cy="21888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6000" cy="21888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6000" cy="21888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6000" cy="21888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6000" cy="21888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6000" cy="21888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6000" cy="21888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6000" cy="21888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6000" cy="21888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6000" cy="21888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6000" cy="21888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6000" cy="21888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6000" cy="21888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6000" cy="21888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6000" cy="21888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6000" cy="21888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6000" cy="21888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6000" cy="21888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6000" cy="21888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6000" cy="21888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6000" cy="21888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6000" cy="21888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6000" cy="21888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6000" cy="21888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6000" cy="21888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6000" cy="21888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6000" cy="21888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6000" cy="21888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6000" cy="21888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6000" cy="21888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6000" cy="21888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6000" cy="21888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6000" cy="21888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6000" cy="21888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6000" cy="21888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6000" cy="21888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6000" cy="21888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5280" cy="38340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880" cy="29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840" cy="34668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840" cy="34668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840" cy="34668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840" cy="34668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920" cy="54792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600" cy="273600"/>
          </a:xfrm>
          <a:prstGeom prst="rect">
            <a:avLst/>
          </a:prstGeom>
          <a:ln>
            <a:noFill/>
          </a:ln>
        </p:spPr>
      </p:pic>
      <p:sp>
        <p:nvSpPr>
          <p:cNvPr id="1638" name="CustomShape 10"/>
          <p:cNvSpPr/>
          <p:nvPr/>
        </p:nvSpPr>
        <p:spPr>
          <a:xfrm>
            <a:off x="8778240" y="160020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920" cy="54792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600" cy="273600"/>
          </a:xfrm>
          <a:prstGeom prst="rect">
            <a:avLst/>
          </a:prstGeom>
          <a:ln>
            <a:noFill/>
          </a:ln>
        </p:spPr>
      </p:pic>
      <p:sp>
        <p:nvSpPr>
          <p:cNvPr id="1642" name="CustomShape 13"/>
          <p:cNvSpPr/>
          <p:nvPr/>
        </p:nvSpPr>
        <p:spPr>
          <a:xfrm>
            <a:off x="8778240" y="321876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920" cy="54792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600" cy="273600"/>
          </a:xfrm>
          <a:prstGeom prst="rect">
            <a:avLst/>
          </a:prstGeom>
          <a:ln>
            <a:noFill/>
          </a:ln>
        </p:spPr>
      </p:pic>
      <p:sp>
        <p:nvSpPr>
          <p:cNvPr id="1646" name="CustomShape 16"/>
          <p:cNvSpPr/>
          <p:nvPr/>
        </p:nvSpPr>
        <p:spPr>
          <a:xfrm>
            <a:off x="8778240" y="483732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424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48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60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84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880" cy="114228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480" cy="45648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880" cy="227880"/>
          </a:xfrm>
          <a:prstGeom prst="rect">
            <a:avLst/>
          </a:prstGeom>
          <a:ln>
            <a:noFill/>
          </a:ln>
        </p:spPr>
      </p:pic>
      <p:sp>
        <p:nvSpPr>
          <p:cNvPr id="1660" name="CustomShape 13"/>
          <p:cNvSpPr/>
          <p:nvPr/>
        </p:nvSpPr>
        <p:spPr>
          <a:xfrm>
            <a:off x="1371600" y="498348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73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5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920" cy="54792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600" cy="273600"/>
          </a:xfrm>
          <a:prstGeom prst="rect">
            <a:avLst/>
          </a:prstGeom>
          <a:ln>
            <a:noFill/>
          </a:ln>
        </p:spPr>
      </p:pic>
      <p:sp>
        <p:nvSpPr>
          <p:cNvPr id="1671" name="CustomShape 10"/>
          <p:cNvSpPr/>
          <p:nvPr/>
        </p:nvSpPr>
        <p:spPr>
          <a:xfrm>
            <a:off x="8915400" y="160020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920" cy="54792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600" cy="273600"/>
          </a:xfrm>
          <a:prstGeom prst="rect">
            <a:avLst/>
          </a:prstGeom>
          <a:ln>
            <a:noFill/>
          </a:ln>
        </p:spPr>
      </p:pic>
      <p:sp>
        <p:nvSpPr>
          <p:cNvPr id="1675" name="CustomShape 13"/>
          <p:cNvSpPr/>
          <p:nvPr/>
        </p:nvSpPr>
        <p:spPr>
          <a:xfrm>
            <a:off x="8915400" y="321876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920" cy="54792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600" cy="273600"/>
          </a:xfrm>
          <a:prstGeom prst="rect">
            <a:avLst/>
          </a:prstGeom>
          <a:ln>
            <a:noFill/>
          </a:ln>
        </p:spPr>
      </p:pic>
      <p:sp>
        <p:nvSpPr>
          <p:cNvPr id="1679" name="CustomShape 16"/>
          <p:cNvSpPr/>
          <p:nvPr/>
        </p:nvSpPr>
        <p:spPr>
          <a:xfrm>
            <a:off x="8915400" y="483732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6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8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720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920" cy="54792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600" cy="273600"/>
          </a:xfrm>
          <a:prstGeom prst="rect">
            <a:avLst/>
          </a:prstGeom>
          <a:ln>
            <a:noFill/>
          </a:ln>
        </p:spPr>
      </p:pic>
      <p:sp>
        <p:nvSpPr>
          <p:cNvPr id="1699" name="CustomShape 19"/>
          <p:cNvSpPr/>
          <p:nvPr/>
        </p:nvSpPr>
        <p:spPr>
          <a:xfrm>
            <a:off x="8046720" y="347472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5000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48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72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880" cy="227880"/>
          </a:xfrm>
          <a:prstGeom prst="rect">
            <a:avLst/>
          </a:prstGeom>
          <a:ln>
            <a:noFill/>
          </a:ln>
        </p:spPr>
      </p:pic>
      <p:sp>
        <p:nvSpPr>
          <p:cNvPr id="1712" name="CustomShape 11"/>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600" cy="273600"/>
          </a:xfrm>
          <a:prstGeom prst="rect">
            <a:avLst/>
          </a:prstGeom>
          <a:ln>
            <a:noFill/>
          </a:ln>
        </p:spPr>
      </p:pic>
      <p:sp>
        <p:nvSpPr>
          <p:cNvPr id="1720"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600" cy="273600"/>
          </a:xfrm>
          <a:prstGeom prst="rect">
            <a:avLst/>
          </a:prstGeom>
          <a:ln>
            <a:noFill/>
          </a:ln>
        </p:spPr>
      </p:pic>
      <p:sp>
        <p:nvSpPr>
          <p:cNvPr id="1725"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600" cy="273600"/>
          </a:xfrm>
          <a:prstGeom prst="rect">
            <a:avLst/>
          </a:prstGeom>
          <a:ln>
            <a:noFill/>
          </a:ln>
        </p:spPr>
      </p:pic>
      <p:sp>
        <p:nvSpPr>
          <p:cNvPr id="1730"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600" cy="273600"/>
          </a:xfrm>
          <a:prstGeom prst="rect">
            <a:avLst/>
          </a:prstGeom>
          <a:ln>
            <a:noFill/>
          </a:ln>
        </p:spPr>
      </p:pic>
      <p:sp>
        <p:nvSpPr>
          <p:cNvPr id="1735" name="CustomShape 19"/>
          <p:cNvSpPr/>
          <p:nvPr/>
        </p:nvSpPr>
        <p:spPr>
          <a:xfrm>
            <a:off x="146304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920" cy="54792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600" cy="273600"/>
          </a:xfrm>
          <a:prstGeom prst="rect">
            <a:avLst/>
          </a:prstGeom>
          <a:ln>
            <a:noFill/>
          </a:ln>
        </p:spPr>
      </p:pic>
      <p:sp>
        <p:nvSpPr>
          <p:cNvPr id="1740" name="CustomShape 23"/>
          <p:cNvSpPr/>
          <p:nvPr/>
        </p:nvSpPr>
        <p:spPr>
          <a:xfrm>
            <a:off x="525168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920" cy="54792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600" cy="273600"/>
          </a:xfrm>
          <a:prstGeom prst="rect">
            <a:avLst/>
          </a:prstGeom>
          <a:ln>
            <a:noFill/>
          </a:ln>
        </p:spPr>
      </p:pic>
      <p:sp>
        <p:nvSpPr>
          <p:cNvPr id="1745" name="CustomShape 27"/>
          <p:cNvSpPr/>
          <p:nvPr/>
        </p:nvSpPr>
        <p:spPr>
          <a:xfrm>
            <a:off x="904032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41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4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880" cy="118800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480" cy="45648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880" cy="227880"/>
          </a:xfrm>
          <a:prstGeom prst="rect">
            <a:avLst/>
          </a:prstGeom>
          <a:ln>
            <a:noFill/>
          </a:ln>
        </p:spPr>
      </p:pic>
      <p:sp>
        <p:nvSpPr>
          <p:cNvPr id="1758" name="CustomShape 11"/>
          <p:cNvSpPr/>
          <p:nvPr/>
        </p:nvSpPr>
        <p:spPr>
          <a:xfrm>
            <a:off x="1371600" y="4937760"/>
            <a:ext cx="1008504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600" cy="273600"/>
          </a:xfrm>
          <a:prstGeom prst="rect">
            <a:avLst/>
          </a:prstGeom>
          <a:ln>
            <a:noFill/>
          </a:ln>
        </p:spPr>
      </p:pic>
      <p:sp>
        <p:nvSpPr>
          <p:cNvPr id="1766" name="CustomShape 7"/>
          <p:cNvSpPr/>
          <p:nvPr/>
        </p:nvSpPr>
        <p:spPr>
          <a:xfrm>
            <a:off x="146304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920" cy="54792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600" cy="273600"/>
          </a:xfrm>
          <a:prstGeom prst="rect">
            <a:avLst/>
          </a:prstGeom>
          <a:ln>
            <a:noFill/>
          </a:ln>
        </p:spPr>
      </p:pic>
      <p:sp>
        <p:nvSpPr>
          <p:cNvPr id="1771" name="CustomShape 11"/>
          <p:cNvSpPr/>
          <p:nvPr/>
        </p:nvSpPr>
        <p:spPr>
          <a:xfrm>
            <a:off x="475488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600" cy="273600"/>
          </a:xfrm>
          <a:prstGeom prst="rect">
            <a:avLst/>
          </a:prstGeom>
          <a:ln>
            <a:noFill/>
          </a:ln>
        </p:spPr>
      </p:pic>
      <p:sp>
        <p:nvSpPr>
          <p:cNvPr id="1776" name="CustomShape 15"/>
          <p:cNvSpPr/>
          <p:nvPr/>
        </p:nvSpPr>
        <p:spPr>
          <a:xfrm>
            <a:off x="146304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920" cy="54792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600" cy="273600"/>
          </a:xfrm>
          <a:prstGeom prst="rect">
            <a:avLst/>
          </a:prstGeom>
          <a:ln>
            <a:noFill/>
          </a:ln>
        </p:spPr>
      </p:pic>
      <p:sp>
        <p:nvSpPr>
          <p:cNvPr id="1781" name="CustomShape 19"/>
          <p:cNvSpPr/>
          <p:nvPr/>
        </p:nvSpPr>
        <p:spPr>
          <a:xfrm>
            <a:off x="475488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7200" cy="315396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440" cy="269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7200" cy="114228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480" cy="45648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880" cy="227880"/>
          </a:xfrm>
          <a:prstGeom prst="rect">
            <a:avLst/>
          </a:prstGeom>
          <a:ln>
            <a:noFill/>
          </a:ln>
        </p:spPr>
      </p:pic>
      <p:sp>
        <p:nvSpPr>
          <p:cNvPr id="1789" name="CustomShape 26"/>
          <p:cNvSpPr/>
          <p:nvPr/>
        </p:nvSpPr>
        <p:spPr>
          <a:xfrm>
            <a:off x="7955280" y="5029200"/>
            <a:ext cx="350136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920" cy="54792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600" cy="273600"/>
          </a:xfrm>
          <a:prstGeom prst="rect">
            <a:avLst/>
          </a:prstGeom>
          <a:ln>
            <a:noFill/>
          </a:ln>
        </p:spPr>
      </p:pic>
      <p:sp>
        <p:nvSpPr>
          <p:cNvPr id="1800" name="CustomShape 10"/>
          <p:cNvSpPr/>
          <p:nvPr/>
        </p:nvSpPr>
        <p:spPr>
          <a:xfrm>
            <a:off x="8046720" y="160020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920" cy="54792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600" cy="273600"/>
          </a:xfrm>
          <a:prstGeom prst="rect">
            <a:avLst/>
          </a:prstGeom>
          <a:ln>
            <a:noFill/>
          </a:ln>
        </p:spPr>
      </p:pic>
      <p:sp>
        <p:nvSpPr>
          <p:cNvPr id="1804" name="CustomShape 13"/>
          <p:cNvSpPr/>
          <p:nvPr/>
        </p:nvSpPr>
        <p:spPr>
          <a:xfrm>
            <a:off x="8046720" y="321876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920" cy="54792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600" cy="273600"/>
          </a:xfrm>
          <a:prstGeom prst="rect">
            <a:avLst/>
          </a:prstGeom>
          <a:ln>
            <a:noFill/>
          </a:ln>
        </p:spPr>
      </p:pic>
      <p:sp>
        <p:nvSpPr>
          <p:cNvPr id="1808" name="CustomShape 16"/>
          <p:cNvSpPr/>
          <p:nvPr/>
        </p:nvSpPr>
        <p:spPr>
          <a:xfrm>
            <a:off x="8046720" y="483732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8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92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600" cy="273600"/>
          </a:xfrm>
          <a:prstGeom prst="rect">
            <a:avLst/>
          </a:prstGeom>
          <a:ln>
            <a:noFill/>
          </a:ln>
        </p:spPr>
      </p:pic>
      <p:sp>
        <p:nvSpPr>
          <p:cNvPr id="1816"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920" cy="342828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600" cy="273600"/>
          </a:xfrm>
          <a:prstGeom prst="rect">
            <a:avLst/>
          </a:prstGeom>
          <a:ln>
            <a:noFill/>
          </a:ln>
        </p:spPr>
      </p:pic>
      <p:sp>
        <p:nvSpPr>
          <p:cNvPr id="1821"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880" cy="227880"/>
          </a:xfrm>
          <a:prstGeom prst="rect">
            <a:avLst/>
          </a:prstGeom>
          <a:ln>
            <a:noFill/>
          </a:ln>
        </p:spPr>
      </p:pic>
      <p:sp>
        <p:nvSpPr>
          <p:cNvPr id="1826" name="CustomShape 15"/>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2200" cy="50220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2200" cy="50220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880" cy="227880"/>
          </a:xfrm>
          <a:prstGeom prst="rect">
            <a:avLst/>
          </a:prstGeom>
          <a:ln>
            <a:noFill/>
          </a:ln>
        </p:spPr>
      </p:pic>
      <p:sp>
        <p:nvSpPr>
          <p:cNvPr id="1851" name="CustomShape 24"/>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51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920" cy="54792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600" cy="273600"/>
          </a:xfrm>
          <a:prstGeom prst="rect">
            <a:avLst/>
          </a:prstGeom>
          <a:ln>
            <a:noFill/>
          </a:ln>
        </p:spPr>
      </p:pic>
      <p:sp>
        <p:nvSpPr>
          <p:cNvPr id="1859" name="CustomShape 7"/>
          <p:cNvSpPr/>
          <p:nvPr/>
        </p:nvSpPr>
        <p:spPr>
          <a:xfrm>
            <a:off x="146304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920" cy="54792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600" cy="273600"/>
          </a:xfrm>
          <a:prstGeom prst="rect">
            <a:avLst/>
          </a:prstGeom>
          <a:ln>
            <a:noFill/>
          </a:ln>
        </p:spPr>
      </p:pic>
      <p:sp>
        <p:nvSpPr>
          <p:cNvPr id="1863" name="CustomShape 10"/>
          <p:cNvSpPr/>
          <p:nvPr/>
        </p:nvSpPr>
        <p:spPr>
          <a:xfrm>
            <a:off x="714600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920" cy="54792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600" cy="273600"/>
          </a:xfrm>
          <a:prstGeom prst="rect">
            <a:avLst/>
          </a:prstGeom>
          <a:ln>
            <a:noFill/>
          </a:ln>
        </p:spPr>
      </p:pic>
      <p:sp>
        <p:nvSpPr>
          <p:cNvPr id="1867" name="CustomShape 13"/>
          <p:cNvSpPr/>
          <p:nvPr/>
        </p:nvSpPr>
        <p:spPr>
          <a:xfrm>
            <a:off x="146304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920" cy="54792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600" cy="273600"/>
          </a:xfrm>
          <a:prstGeom prst="rect">
            <a:avLst/>
          </a:prstGeom>
          <a:ln>
            <a:noFill/>
          </a:ln>
        </p:spPr>
      </p:pic>
      <p:sp>
        <p:nvSpPr>
          <p:cNvPr id="1871" name="CustomShape 16"/>
          <p:cNvSpPr/>
          <p:nvPr/>
        </p:nvSpPr>
        <p:spPr>
          <a:xfrm>
            <a:off x="714600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880" cy="227880"/>
          </a:xfrm>
          <a:prstGeom prst="rect">
            <a:avLst/>
          </a:prstGeom>
          <a:ln>
            <a:noFill/>
          </a:ln>
        </p:spPr>
      </p:pic>
      <p:sp>
        <p:nvSpPr>
          <p:cNvPr id="1875" name="CustomShape 19"/>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9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920" cy="54792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920" cy="54792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920" cy="54792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920" cy="54792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73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920" cy="54792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920" cy="54792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920" cy="54792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56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80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880" cy="227880"/>
          </a:xfrm>
          <a:prstGeom prst="rect">
            <a:avLst/>
          </a:prstGeom>
          <a:ln>
            <a:noFill/>
          </a:ln>
        </p:spPr>
      </p:pic>
      <p:sp>
        <p:nvSpPr>
          <p:cNvPr id="1921" name="CustomShape 22"/>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50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680" cy="246816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920" cy="54792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600" cy="273600"/>
          </a:xfrm>
          <a:prstGeom prst="rect">
            <a:avLst/>
          </a:prstGeom>
          <a:ln>
            <a:noFill/>
          </a:ln>
        </p:spPr>
      </p:pic>
      <p:sp>
        <p:nvSpPr>
          <p:cNvPr id="1932" name="CustomShape 10"/>
          <p:cNvSpPr/>
          <p:nvPr/>
        </p:nvSpPr>
        <p:spPr>
          <a:xfrm>
            <a:off x="8778240" y="1828800"/>
            <a:ext cx="2632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480" cy="12794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680" cy="182808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480" cy="45648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880" cy="227880"/>
          </a:xfrm>
          <a:prstGeom prst="rect">
            <a:avLst/>
          </a:prstGeom>
          <a:ln>
            <a:noFill/>
          </a:ln>
        </p:spPr>
      </p:pic>
      <p:sp>
        <p:nvSpPr>
          <p:cNvPr id="1937" name="CustomShape 14"/>
          <p:cNvSpPr/>
          <p:nvPr/>
        </p:nvSpPr>
        <p:spPr>
          <a:xfrm>
            <a:off x="8686800" y="4343400"/>
            <a:ext cx="2769840" cy="1828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70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400080" cy="297108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920" cy="54792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600" cy="273600"/>
          </a:xfrm>
          <a:prstGeom prst="rect">
            <a:avLst/>
          </a:prstGeom>
          <a:ln>
            <a:noFill/>
          </a:ln>
        </p:spPr>
      </p:pic>
      <p:sp>
        <p:nvSpPr>
          <p:cNvPr id="1957" name="CustomShape 19"/>
          <p:cNvSpPr/>
          <p:nvPr/>
        </p:nvSpPr>
        <p:spPr>
          <a:xfrm>
            <a:off x="1463040" y="3429000"/>
            <a:ext cx="52570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88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760" cy="297108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920" cy="54792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600" cy="273600"/>
          </a:xfrm>
          <a:prstGeom prst="rect">
            <a:avLst/>
          </a:prstGeom>
          <a:ln>
            <a:noFill/>
          </a:ln>
        </p:spPr>
      </p:pic>
      <p:sp>
        <p:nvSpPr>
          <p:cNvPr id="1962" name="CustomShape 23"/>
          <p:cNvSpPr/>
          <p:nvPr/>
        </p:nvSpPr>
        <p:spPr>
          <a:xfrm>
            <a:off x="8138160" y="3429000"/>
            <a:ext cx="32727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56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920" cy="54792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600" cy="273600"/>
          </a:xfrm>
          <a:prstGeom prst="rect">
            <a:avLst/>
          </a:prstGeom>
          <a:ln>
            <a:noFill/>
          </a:ln>
        </p:spPr>
      </p:pic>
      <p:sp>
        <p:nvSpPr>
          <p:cNvPr id="1971" name="CustomShape 7"/>
          <p:cNvSpPr/>
          <p:nvPr/>
        </p:nvSpPr>
        <p:spPr>
          <a:xfrm>
            <a:off x="146304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920" cy="54792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600" cy="273600"/>
          </a:xfrm>
          <a:prstGeom prst="rect">
            <a:avLst/>
          </a:prstGeom>
          <a:ln>
            <a:noFill/>
          </a:ln>
        </p:spPr>
      </p:pic>
      <p:sp>
        <p:nvSpPr>
          <p:cNvPr id="1975" name="CustomShape 10"/>
          <p:cNvSpPr/>
          <p:nvPr/>
        </p:nvSpPr>
        <p:spPr>
          <a:xfrm>
            <a:off x="714600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920" cy="54792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600" cy="273600"/>
          </a:xfrm>
          <a:prstGeom prst="rect">
            <a:avLst/>
          </a:prstGeom>
          <a:ln>
            <a:noFill/>
          </a:ln>
        </p:spPr>
      </p:pic>
      <p:sp>
        <p:nvSpPr>
          <p:cNvPr id="1979" name="CustomShape 13"/>
          <p:cNvSpPr/>
          <p:nvPr/>
        </p:nvSpPr>
        <p:spPr>
          <a:xfrm>
            <a:off x="146304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920" cy="54792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600" cy="273600"/>
          </a:xfrm>
          <a:prstGeom prst="rect">
            <a:avLst/>
          </a:prstGeom>
          <a:ln>
            <a:noFill/>
          </a:ln>
        </p:spPr>
      </p:pic>
      <p:sp>
        <p:nvSpPr>
          <p:cNvPr id="1983" name="CustomShape 16"/>
          <p:cNvSpPr/>
          <p:nvPr/>
        </p:nvSpPr>
        <p:spPr>
          <a:xfrm>
            <a:off x="714600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920" cy="54792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600" cy="273600"/>
          </a:xfrm>
          <a:prstGeom prst="rect">
            <a:avLst/>
          </a:prstGeom>
          <a:ln>
            <a:noFill/>
          </a:ln>
        </p:spPr>
      </p:pic>
      <p:sp>
        <p:nvSpPr>
          <p:cNvPr id="1987" name="CustomShape 19"/>
          <p:cNvSpPr/>
          <p:nvPr/>
        </p:nvSpPr>
        <p:spPr>
          <a:xfrm>
            <a:off x="146304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920" cy="54792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600" cy="273600"/>
          </a:xfrm>
          <a:prstGeom prst="rect">
            <a:avLst/>
          </a:prstGeom>
          <a:ln>
            <a:noFill/>
          </a:ln>
        </p:spPr>
      </p:pic>
      <p:sp>
        <p:nvSpPr>
          <p:cNvPr id="1991" name="CustomShape 22"/>
          <p:cNvSpPr/>
          <p:nvPr/>
        </p:nvSpPr>
        <p:spPr>
          <a:xfrm>
            <a:off x="714600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920" cy="54792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600" cy="273600"/>
          </a:xfrm>
          <a:prstGeom prst="rect">
            <a:avLst/>
          </a:prstGeom>
          <a:ln>
            <a:noFill/>
          </a:ln>
        </p:spPr>
      </p:pic>
      <p:sp>
        <p:nvSpPr>
          <p:cNvPr id="1995" name="CustomShape 25"/>
          <p:cNvSpPr/>
          <p:nvPr/>
        </p:nvSpPr>
        <p:spPr>
          <a:xfrm>
            <a:off x="146304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920" cy="54792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600" cy="273600"/>
          </a:xfrm>
          <a:prstGeom prst="rect">
            <a:avLst/>
          </a:prstGeom>
          <a:ln>
            <a:noFill/>
          </a:ln>
        </p:spPr>
      </p:pic>
      <p:sp>
        <p:nvSpPr>
          <p:cNvPr id="1999" name="CustomShape 28"/>
          <p:cNvSpPr/>
          <p:nvPr/>
        </p:nvSpPr>
        <p:spPr>
          <a:xfrm>
            <a:off x="714600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9320" cy="319320"/>
          </a:xfrm>
          <a:prstGeom prst="rect">
            <a:avLst/>
          </a:prstGeom>
          <a:ln>
            <a:noFill/>
          </a:ln>
        </p:spPr>
      </p:pic>
      <p:sp>
        <p:nvSpPr>
          <p:cNvPr id="2004"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9320" cy="319320"/>
          </a:xfrm>
          <a:prstGeom prst="rect">
            <a:avLst/>
          </a:prstGeom>
          <a:ln>
            <a:noFill/>
          </a:ln>
        </p:spPr>
      </p:pic>
      <p:sp>
        <p:nvSpPr>
          <p:cNvPr id="2009"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9320" cy="319320"/>
          </a:xfrm>
          <a:prstGeom prst="rect">
            <a:avLst/>
          </a:prstGeom>
          <a:ln>
            <a:noFill/>
          </a:ln>
        </p:spPr>
      </p:pic>
      <p:sp>
        <p:nvSpPr>
          <p:cNvPr id="2014"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9320" cy="319320"/>
          </a:xfrm>
          <a:prstGeom prst="rect">
            <a:avLst/>
          </a:prstGeom>
          <a:ln>
            <a:noFill/>
          </a:ln>
        </p:spPr>
      </p:pic>
      <p:sp>
        <p:nvSpPr>
          <p:cNvPr id="2019"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86</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2026-10-19T17:55:50Z</dcterms:modified>
  <cp:revision>10</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