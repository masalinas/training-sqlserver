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0A92F22C-FF1D-4400-9587-0CD2E02C6C01}"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4240" cy="3084120"/>
          </a:xfrm>
          <a:prstGeom prst="rect">
            <a:avLst/>
          </a:prstGeom>
        </p:spPr>
      </p:sp>
      <p:sp>
        <p:nvSpPr>
          <p:cNvPr id="202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4560">
              <a:lnSpc>
                <a:spcPct val="100000"/>
              </a:lnSpc>
              <a:tabLst>
                <a:tab algn="l" pos="0"/>
              </a:tabLst>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4560">
              <a:lnSpc>
                <a:spcPct val="100000"/>
              </a:lnSpc>
              <a:tabLst>
                <a:tab algn="l" pos="0"/>
              </a:tabLst>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4560">
              <a:lnSpc>
                <a:spcPct val="100000"/>
              </a:lnSpc>
              <a:tabLst>
                <a:tab algn="l" pos="0"/>
              </a:tabLst>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4560">
              <a:lnSpc>
                <a:spcPct val="100000"/>
              </a:lnSpc>
              <a:tabLst>
                <a:tab algn="l" pos="0"/>
              </a:tabLst>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420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B336799-79E5-4FB7-ACB3-197C4F59F3F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4240" cy="3084120"/>
          </a:xfrm>
          <a:prstGeom prst="rect">
            <a:avLst/>
          </a:prstGeom>
        </p:spPr>
      </p:sp>
      <p:sp>
        <p:nvSpPr>
          <p:cNvPr id="202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4560">
              <a:lnSpc>
                <a:spcPct val="100000"/>
              </a:lnSpc>
              <a:tabLst>
                <a:tab algn="l" pos="0"/>
              </a:tabLst>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4560">
              <a:lnSpc>
                <a:spcPct val="100000"/>
              </a:lnSpc>
              <a:tabLst>
                <a:tab algn="l" pos="0"/>
              </a:tabLst>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4560">
              <a:lnSpc>
                <a:spcPct val="100000"/>
              </a:lnSpc>
              <a:tabLst>
                <a:tab algn="l" pos="0"/>
              </a:tabLst>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4560">
              <a:lnSpc>
                <a:spcPct val="100000"/>
              </a:lnSpc>
              <a:tabLst>
                <a:tab algn="l" pos="0"/>
              </a:tabLst>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4560">
              <a:lnSpc>
                <a:spcPct val="100000"/>
              </a:lnSpc>
              <a:tabLst>
                <a:tab algn="l" pos="0"/>
              </a:tabLst>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De los cuatro bloques, ¿cuál creéis que os va a costar más y por qué?</a:t>
            </a:r>
            <a:endParaRPr b="0" lang="es-ES" sz="2000" spc="-1" strike="noStrike">
              <a:latin typeface="Arial"/>
            </a:endParaRPr>
          </a:p>
          <a:p>
            <a:pPr marL="216000" indent="-21420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8AD13E3-1E23-4BE6-BD7F-103018DB285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4240" cy="3084120"/>
          </a:xfrm>
          <a:prstGeom prst="rect">
            <a:avLst/>
          </a:prstGeom>
        </p:spPr>
      </p:sp>
      <p:sp>
        <p:nvSpPr>
          <p:cNvPr id="2030"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4560">
              <a:lnSpc>
                <a:spcPct val="100000"/>
              </a:lnSpc>
              <a:tabLst>
                <a:tab algn="l" pos="0"/>
              </a:tabLst>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4560">
              <a:lnSpc>
                <a:spcPct val="100000"/>
              </a:lnSpc>
              <a:tabLst>
                <a:tab algn="l" pos="0"/>
              </a:tabLst>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4560">
              <a:lnSpc>
                <a:spcPct val="100000"/>
              </a:lnSpc>
              <a:tabLst>
                <a:tab algn="l" pos="0"/>
              </a:tabLst>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4560">
              <a:lnSpc>
                <a:spcPct val="100000"/>
              </a:lnSpc>
              <a:tabLst>
                <a:tab algn="l" pos="0"/>
              </a:tabLst>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4560">
              <a:lnSpc>
                <a:spcPct val="100000"/>
              </a:lnSpc>
              <a:tabLst>
                <a:tab algn="l" pos="0"/>
              </a:tabLst>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420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315E7F3-68E7-4714-8AAE-06346865F3E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4240" cy="3084120"/>
          </a:xfrm>
          <a:prstGeom prst="rect">
            <a:avLst/>
          </a:prstGeom>
        </p:spPr>
      </p:sp>
      <p:sp>
        <p:nvSpPr>
          <p:cNvPr id="2033"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4560">
              <a:lnSpc>
                <a:spcPct val="100000"/>
              </a:lnSpc>
              <a:tabLst>
                <a:tab algn="l" pos="0"/>
              </a:tabLst>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4560">
              <a:lnSpc>
                <a:spcPct val="100000"/>
              </a:lnSpc>
              <a:tabLst>
                <a:tab algn="l" pos="0"/>
              </a:tabLst>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4560">
              <a:lnSpc>
                <a:spcPct val="100000"/>
              </a:lnSpc>
              <a:tabLst>
                <a:tab algn="l" pos="0"/>
              </a:tabLst>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4560">
              <a:lnSpc>
                <a:spcPct val="100000"/>
              </a:lnSpc>
              <a:tabLst>
                <a:tab algn="l" pos="0"/>
              </a:tabLst>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4560">
              <a:lnSpc>
                <a:spcPct val="100000"/>
              </a:lnSpc>
              <a:tabLst>
                <a:tab algn="l" pos="0"/>
              </a:tabLst>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4560">
              <a:lnSpc>
                <a:spcPct val="100000"/>
              </a:lnSpc>
              <a:tabLst>
                <a:tab algn="l" pos="0"/>
              </a:tabLst>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4560">
              <a:lnSpc>
                <a:spcPct val="100000"/>
              </a:lnSpc>
              <a:tabLst>
                <a:tab algn="l" pos="0"/>
              </a:tabLst>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4560">
              <a:lnSpc>
                <a:spcPct val="100000"/>
              </a:lnSpc>
              <a:tabLst>
                <a:tab algn="l" pos="0"/>
              </a:tabLst>
            </a:pPr>
            <a:r>
              <a:rPr b="0" lang="en-US" sz="2000" spc="-1" strike="noStrike">
                <a:latin typeface="Arial"/>
              </a:rPr>
              <a:t>- Ejecutar SELECT @@VERSION, @@SERVERNAME; y guardar el resultado como evidencia.</a:t>
            </a:r>
            <a:endParaRPr b="0" lang="es-ES" sz="2000" spc="-1" strike="noStrike">
              <a:latin typeface="Arial"/>
            </a:endParaRPr>
          </a:p>
          <a:p>
            <a:pPr marL="216000" indent="-21420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9236355-4D8A-4C11-B8C4-7811826B4E1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4240" cy="3084120"/>
          </a:xfrm>
          <a:prstGeom prst="rect">
            <a:avLst/>
          </a:prstGeom>
        </p:spPr>
      </p:sp>
      <p:sp>
        <p:nvSpPr>
          <p:cNvPr id="2036"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4560">
              <a:lnSpc>
                <a:spcPct val="100000"/>
              </a:lnSpc>
              <a:tabLst>
                <a:tab algn="l" pos="0"/>
              </a:tabLst>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4560">
              <a:lnSpc>
                <a:spcPct val="100000"/>
              </a:lnSpc>
              <a:tabLst>
                <a:tab algn="l" pos="0"/>
              </a:tabLst>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20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43872B7-2FF7-41A2-904F-699A5CAAA46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4240" cy="3084120"/>
          </a:xfrm>
          <a:prstGeom prst="rect">
            <a:avLst/>
          </a:prstGeom>
        </p:spPr>
      </p:sp>
      <p:sp>
        <p:nvSpPr>
          <p:cNvPr id="2039"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4560">
              <a:lnSpc>
                <a:spcPct val="100000"/>
              </a:lnSpc>
              <a:tabLst>
                <a:tab algn="l" pos="0"/>
              </a:tabLst>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4560">
              <a:lnSpc>
                <a:spcPct val="100000"/>
              </a:lnSpc>
              <a:tabLst>
                <a:tab algn="l" pos="0"/>
              </a:tabLst>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4560">
              <a:lnSpc>
                <a:spcPct val="100000"/>
              </a:lnSpc>
              <a:tabLst>
                <a:tab algn="l" pos="0"/>
              </a:tabLst>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4560">
              <a:lnSpc>
                <a:spcPct val="100000"/>
              </a:lnSpc>
              <a:tabLst>
                <a:tab algn="l" pos="0"/>
              </a:tabLst>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4560">
              <a:lnSpc>
                <a:spcPct val="100000"/>
              </a:lnSpc>
              <a:tabLst>
                <a:tab algn="l" pos="0"/>
              </a:tabLst>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420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A799694-BA42-4F88-97C8-EA85B13B94B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4240" cy="3084120"/>
          </a:xfrm>
          <a:prstGeom prst="rect">
            <a:avLst/>
          </a:prstGeom>
        </p:spPr>
      </p:sp>
      <p:sp>
        <p:nvSpPr>
          <p:cNvPr id="2042"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4560">
              <a:lnSpc>
                <a:spcPct val="100000"/>
              </a:lnSpc>
              <a:tabLst>
                <a:tab algn="l" pos="0"/>
              </a:tabLst>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4560">
              <a:lnSpc>
                <a:spcPct val="100000"/>
              </a:lnSpc>
              <a:tabLst>
                <a:tab algn="l" pos="0"/>
              </a:tabLst>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4560">
              <a:lnSpc>
                <a:spcPct val="100000"/>
              </a:lnSpc>
              <a:tabLst>
                <a:tab algn="l" pos="0"/>
              </a:tabLst>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4560">
              <a:lnSpc>
                <a:spcPct val="100000"/>
              </a:lnSpc>
              <a:tabLst>
                <a:tab algn="l" pos="0"/>
              </a:tabLst>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4560">
              <a:lnSpc>
                <a:spcPct val="100000"/>
              </a:lnSpc>
              <a:tabLst>
                <a:tab algn="l" pos="0"/>
              </a:tabLst>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420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99633AD-C54C-4131-9A71-89ED0E58DF4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4240" cy="3084120"/>
          </a:xfrm>
          <a:prstGeom prst="rect">
            <a:avLst/>
          </a:prstGeom>
        </p:spPr>
      </p:sp>
      <p:sp>
        <p:nvSpPr>
          <p:cNvPr id="2045"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4560">
              <a:lnSpc>
                <a:spcPct val="100000"/>
              </a:lnSpc>
              <a:tabLst>
                <a:tab algn="l" pos="0"/>
              </a:tabLst>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4560">
              <a:lnSpc>
                <a:spcPct val="100000"/>
              </a:lnSpc>
              <a:tabLst>
                <a:tab algn="l" pos="0"/>
              </a:tabLst>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4560">
              <a:lnSpc>
                <a:spcPct val="100000"/>
              </a:lnSpc>
              <a:tabLst>
                <a:tab algn="l" pos="0"/>
              </a:tabLst>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4560">
              <a:lnSpc>
                <a:spcPct val="100000"/>
              </a:lnSpc>
              <a:tabLst>
                <a:tab algn="l" pos="0"/>
              </a:tabLst>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4560">
              <a:lnSpc>
                <a:spcPct val="100000"/>
              </a:lnSpc>
              <a:tabLst>
                <a:tab algn="l" pos="0"/>
              </a:tabLst>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420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E262827-BA77-4814-899A-089C3D78C51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4240" cy="3084120"/>
          </a:xfrm>
          <a:prstGeom prst="rect">
            <a:avLst/>
          </a:prstGeom>
        </p:spPr>
      </p:sp>
      <p:sp>
        <p:nvSpPr>
          <p:cNvPr id="2048"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4560">
              <a:lnSpc>
                <a:spcPct val="100000"/>
              </a:lnSpc>
              <a:tabLst>
                <a:tab algn="l" pos="0"/>
              </a:tabLst>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4560">
              <a:lnSpc>
                <a:spcPct val="100000"/>
              </a:lnSpc>
              <a:tabLst>
                <a:tab algn="l" pos="0"/>
              </a:tabLst>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4560">
              <a:lnSpc>
                <a:spcPct val="100000"/>
              </a:lnSpc>
              <a:tabLst>
                <a:tab algn="l" pos="0"/>
              </a:tabLst>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4560">
              <a:lnSpc>
                <a:spcPct val="100000"/>
              </a:lnSpc>
              <a:tabLst>
                <a:tab algn="l" pos="0"/>
              </a:tabLst>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4560">
              <a:lnSpc>
                <a:spcPct val="100000"/>
              </a:lnSpc>
              <a:tabLst>
                <a:tab algn="l" pos="0"/>
              </a:tabLst>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Checkpoint y Lazy Writer?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20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6F2A30B-4114-42C6-B2C5-A6F6D77C922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4240" cy="3084120"/>
          </a:xfrm>
          <a:prstGeom prst="rect">
            <a:avLst/>
          </a:prstGeom>
        </p:spPr>
      </p:sp>
      <p:sp>
        <p:nvSpPr>
          <p:cNvPr id="2051"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4560">
              <a:lnSpc>
                <a:spcPct val="100000"/>
              </a:lnSpc>
              <a:tabLst>
                <a:tab algn="l" pos="0"/>
              </a:tabLst>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4560">
              <a:lnSpc>
                <a:spcPct val="100000"/>
              </a:lnSpc>
              <a:tabLst>
                <a:tab algn="l" pos="0"/>
              </a:tabLst>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4560">
              <a:lnSpc>
                <a:spcPct val="100000"/>
              </a:lnSpc>
              <a:tabLst>
                <a:tab algn="l" pos="0"/>
              </a:tabLst>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4560">
              <a:lnSpc>
                <a:spcPct val="100000"/>
              </a:lnSpc>
              <a:tabLst>
                <a:tab algn="l" pos="0"/>
              </a:tabLst>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4560">
              <a:lnSpc>
                <a:spcPct val="100000"/>
              </a:lnSpc>
              <a:tabLst>
                <a:tab algn="l" pos="0"/>
              </a:tabLst>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¿Cuántas filas de 200 bytes caben aproximadamente en una página? (≈ 40.)</a:t>
            </a:r>
            <a:endParaRPr b="0" lang="es-ES" sz="2000" spc="-1" strike="noStrike">
              <a:latin typeface="Arial"/>
            </a:endParaRPr>
          </a:p>
          <a:p>
            <a:pPr marL="216000" indent="-21420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B60425E-CA41-4B0D-BCE2-E834FC521F2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4240" cy="3084120"/>
          </a:xfrm>
          <a:prstGeom prst="rect">
            <a:avLst/>
          </a:prstGeom>
        </p:spPr>
      </p:sp>
      <p:sp>
        <p:nvSpPr>
          <p:cNvPr id="205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4560">
              <a:lnSpc>
                <a:spcPct val="100000"/>
              </a:lnSpc>
              <a:tabLst>
                <a:tab algn="l" pos="0"/>
              </a:tabLst>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4560">
              <a:lnSpc>
                <a:spcPct val="100000"/>
              </a:lnSpc>
              <a:tabLst>
                <a:tab algn="l" pos="0"/>
              </a:tabLst>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4560">
              <a:lnSpc>
                <a:spcPct val="100000"/>
              </a:lnSpc>
              <a:tabLst>
                <a:tab algn="l" pos="0"/>
              </a:tabLst>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4560">
              <a:lnSpc>
                <a:spcPct val="100000"/>
              </a:lnSpc>
              <a:tabLst>
                <a:tab algn="l" pos="0"/>
              </a:tabLst>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4560">
              <a:lnSpc>
                <a:spcPct val="100000"/>
              </a:lnSpc>
              <a:tabLst>
                <a:tab algn="l" pos="0"/>
              </a:tabLst>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autogrowth del 10% es una mala práctica en un fichero grande?</a:t>
            </a:r>
            <a:endParaRPr b="0" lang="es-ES" sz="2000" spc="-1" strike="noStrike">
              <a:latin typeface="Arial"/>
            </a:endParaRPr>
          </a:p>
          <a:p>
            <a:pPr marL="216000" indent="-21420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84621C0-0383-4A5C-B24D-E7A83A9A98F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4240" cy="3084120"/>
          </a:xfrm>
          <a:prstGeom prst="rect">
            <a:avLst/>
          </a:prstGeom>
        </p:spPr>
      </p:sp>
      <p:sp>
        <p:nvSpPr>
          <p:cNvPr id="205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4560">
              <a:lnSpc>
                <a:spcPct val="100000"/>
              </a:lnSpc>
              <a:tabLst>
                <a:tab algn="l" pos="0"/>
              </a:tabLst>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4560">
              <a:lnSpc>
                <a:spcPct val="100000"/>
              </a:lnSpc>
              <a:tabLst>
                <a:tab algn="l" pos="0"/>
              </a:tabLst>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4560">
              <a:lnSpc>
                <a:spcPct val="100000"/>
              </a:lnSpc>
              <a:tabLst>
                <a:tab algn="l" pos="0"/>
              </a:tabLst>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4560">
              <a:lnSpc>
                <a:spcPct val="100000"/>
              </a:lnSpc>
              <a:tabLst>
                <a:tab algn="l" pos="0"/>
              </a:tabLst>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4560">
              <a:lnSpc>
                <a:spcPct val="100000"/>
              </a:lnSpc>
              <a:tabLst>
                <a:tab algn="l" pos="0"/>
              </a:tabLst>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420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7732EC5-7812-4C34-8958-D629BD7F0A5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4240" cy="3084120"/>
          </a:xfrm>
          <a:prstGeom prst="rect">
            <a:avLst/>
          </a:prstGeom>
        </p:spPr>
      </p:sp>
      <p:sp>
        <p:nvSpPr>
          <p:cNvPr id="2060"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4560">
              <a:lnSpc>
                <a:spcPct val="100000"/>
              </a:lnSpc>
              <a:tabLst>
                <a:tab algn="l" pos="0"/>
              </a:tabLst>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4560">
              <a:lnSpc>
                <a:spcPct val="100000"/>
              </a:lnSpc>
              <a:tabLst>
                <a:tab algn="l" pos="0"/>
              </a:tabLst>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4560">
              <a:lnSpc>
                <a:spcPct val="100000"/>
              </a:lnSpc>
              <a:tabLst>
                <a:tab algn="l" pos="0"/>
              </a:tabLst>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4560">
              <a:lnSpc>
                <a:spcPct val="100000"/>
              </a:lnSpc>
              <a:tabLst>
                <a:tab algn="l" pos="0"/>
              </a:tabLst>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4560">
              <a:lnSpc>
                <a:spcPct val="100000"/>
              </a:lnSpc>
              <a:tabLst>
                <a:tab algn="l" pos="0"/>
              </a:tabLst>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420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CC4A219-79C0-4060-BDE1-AC878140D03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4240" cy="3084120"/>
          </a:xfrm>
          <a:prstGeom prst="rect">
            <a:avLst/>
          </a:prstGeom>
        </p:spPr>
      </p:sp>
      <p:sp>
        <p:nvSpPr>
          <p:cNvPr id="2063"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4560">
              <a:lnSpc>
                <a:spcPct val="100000"/>
              </a:lnSpc>
              <a:tabLst>
                <a:tab algn="l" pos="0"/>
              </a:tabLst>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4560">
              <a:lnSpc>
                <a:spcPct val="100000"/>
              </a:lnSpc>
              <a:tabLst>
                <a:tab algn="l" pos="0"/>
              </a:tabLst>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4560">
              <a:lnSpc>
                <a:spcPct val="100000"/>
              </a:lnSpc>
              <a:tabLst>
                <a:tab algn="l" pos="0"/>
              </a:tabLst>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4560">
              <a:lnSpc>
                <a:spcPct val="100000"/>
              </a:lnSpc>
              <a:tabLst>
                <a:tab algn="l" pos="0"/>
              </a:tabLst>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4560">
              <a:lnSpc>
                <a:spcPct val="100000"/>
              </a:lnSpc>
              <a:tabLst>
                <a:tab algn="l" pos="0"/>
              </a:tabLst>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ocurre con los jobs de mantenimiento si se pierde msdb y no hay backup?</a:t>
            </a:r>
            <a:endParaRPr b="0" lang="es-ES" sz="2000" spc="-1" strike="noStrike">
              <a:latin typeface="Arial"/>
            </a:endParaRPr>
          </a:p>
          <a:p>
            <a:pPr marL="216000" indent="-21420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202A95E-C9AA-48F7-BD74-569DADAD9B2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4240" cy="3084120"/>
          </a:xfrm>
          <a:prstGeom prst="rect">
            <a:avLst/>
          </a:prstGeom>
        </p:spPr>
      </p:sp>
      <p:sp>
        <p:nvSpPr>
          <p:cNvPr id="2066"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4560">
              <a:lnSpc>
                <a:spcPct val="100000"/>
              </a:lnSpc>
              <a:tabLst>
                <a:tab algn="l" pos="0"/>
              </a:tabLst>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4560">
              <a:lnSpc>
                <a:spcPct val="100000"/>
              </a:lnSpc>
              <a:tabLst>
                <a:tab algn="l" pos="0"/>
              </a:tabLst>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4560">
              <a:lnSpc>
                <a:spcPct val="100000"/>
              </a:lnSpc>
              <a:tabLst>
                <a:tab algn="l" pos="0"/>
              </a:tabLst>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4560">
              <a:lnSpc>
                <a:spcPct val="100000"/>
              </a:lnSpc>
              <a:tabLst>
                <a:tab algn="l" pos="0"/>
              </a:tabLst>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4560">
              <a:lnSpc>
                <a:spcPct val="100000"/>
              </a:lnSpc>
              <a:tabLst>
                <a:tab algn="l" pos="0"/>
              </a:tabLst>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420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4780590-DA10-435E-A26D-D1CAB826234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4240" cy="3084120"/>
          </a:xfrm>
          <a:prstGeom prst="rect">
            <a:avLst/>
          </a:prstGeom>
        </p:spPr>
      </p:sp>
      <p:sp>
        <p:nvSpPr>
          <p:cNvPr id="2069"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4560">
              <a:lnSpc>
                <a:spcPct val="100000"/>
              </a:lnSpc>
              <a:tabLst>
                <a:tab algn="l" pos="0"/>
              </a:tabLst>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4560">
              <a:lnSpc>
                <a:spcPct val="100000"/>
              </a:lnSpc>
              <a:tabLst>
                <a:tab algn="l" pos="0"/>
              </a:tabLst>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4560">
              <a:lnSpc>
                <a:spcPct val="100000"/>
              </a:lnSpc>
              <a:tabLst>
                <a:tab algn="l" pos="0"/>
              </a:tabLst>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4560">
              <a:lnSpc>
                <a:spcPct val="100000"/>
              </a:lnSpc>
              <a:tabLst>
                <a:tab algn="l" pos="0"/>
              </a:tabLst>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4560">
              <a:lnSpc>
                <a:spcPct val="100000"/>
              </a:lnSpc>
              <a:tabLst>
                <a:tab algn="l" pos="0"/>
              </a:tabLst>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420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E44A471-B807-4F0A-B04C-9C71F95C9DA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4240" cy="3084120"/>
          </a:xfrm>
          <a:prstGeom prst="rect">
            <a:avLst/>
          </a:prstGeom>
        </p:spPr>
      </p:sp>
      <p:sp>
        <p:nvSpPr>
          <p:cNvPr id="2072"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4560">
              <a:lnSpc>
                <a:spcPct val="100000"/>
              </a:lnSpc>
              <a:tabLst>
                <a:tab algn="l" pos="0"/>
              </a:tabLst>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4560">
              <a:lnSpc>
                <a:spcPct val="100000"/>
              </a:lnSpc>
              <a:tabLst>
                <a:tab algn="l" pos="0"/>
              </a:tabLst>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4560">
              <a:lnSpc>
                <a:spcPct val="100000"/>
              </a:lnSpc>
              <a:tabLst>
                <a:tab algn="l" pos="0"/>
              </a:tabLst>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4560">
              <a:lnSpc>
                <a:spcPct val="100000"/>
              </a:lnSpc>
              <a:tabLst>
                <a:tab algn="l" pos="0"/>
              </a:tabLst>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4560">
              <a:lnSpc>
                <a:spcPct val="100000"/>
              </a:lnSpc>
              <a:tabLst>
                <a:tab algn="l" pos="0"/>
              </a:tabLst>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420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B6822B8-C7C5-4988-B20E-C4088448837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4240" cy="3084120"/>
          </a:xfrm>
          <a:prstGeom prst="rect">
            <a:avLst/>
          </a:prstGeom>
        </p:spPr>
      </p:sp>
      <p:sp>
        <p:nvSpPr>
          <p:cNvPr id="2075"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4560">
              <a:lnSpc>
                <a:spcPct val="100000"/>
              </a:lnSpc>
              <a:tabLst>
                <a:tab algn="l" pos="0"/>
              </a:tabLst>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4560">
              <a:lnSpc>
                <a:spcPct val="100000"/>
              </a:lnSpc>
              <a:tabLst>
                <a:tab algn="l" pos="0"/>
              </a:tabLst>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4560">
              <a:lnSpc>
                <a:spcPct val="100000"/>
              </a:lnSpc>
              <a:tabLst>
                <a:tab algn="l" pos="0"/>
              </a:tabLst>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4560">
              <a:lnSpc>
                <a:spcPct val="100000"/>
              </a:lnSpc>
              <a:tabLst>
                <a:tab algn="l" pos="0"/>
              </a:tabLst>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4560">
              <a:lnSpc>
                <a:spcPct val="100000"/>
              </a:lnSpc>
              <a:tabLst>
                <a:tab algn="l" pos="0"/>
              </a:tabLst>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4560">
              <a:lnSpc>
                <a:spcPct val="100000"/>
              </a:lnSpc>
              <a:tabLst>
                <a:tab algn="l" pos="0"/>
              </a:tabLst>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4560">
              <a:lnSpc>
                <a:spcPct val="100000"/>
              </a:lnSpc>
              <a:tabLst>
                <a:tab algn="l" pos="0"/>
              </a:tabLst>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420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47354B7-DFFF-42BB-87C5-812A82DBF5D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4240" cy="3084120"/>
          </a:xfrm>
          <a:prstGeom prst="rect">
            <a:avLst/>
          </a:prstGeom>
        </p:spPr>
      </p:sp>
      <p:sp>
        <p:nvSpPr>
          <p:cNvPr id="2078"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4560">
              <a:lnSpc>
                <a:spcPct val="100000"/>
              </a:lnSpc>
              <a:tabLst>
                <a:tab algn="l" pos="0"/>
              </a:tabLst>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4560">
              <a:lnSpc>
                <a:spcPct val="100000"/>
              </a:lnSpc>
              <a:tabLst>
                <a:tab algn="l" pos="0"/>
              </a:tabLst>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4560">
              <a:lnSpc>
                <a:spcPct val="100000"/>
              </a:lnSpc>
              <a:tabLst>
                <a:tab algn="l" pos="0"/>
              </a:tabLst>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4560">
              <a:lnSpc>
                <a:spcPct val="100000"/>
              </a:lnSpc>
              <a:tabLst>
                <a:tab algn="l" pos="0"/>
              </a:tabLst>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420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3C20AEF-3725-46C1-B755-F5D6B16416D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4240" cy="3084120"/>
          </a:xfrm>
          <a:prstGeom prst="rect">
            <a:avLst/>
          </a:prstGeom>
        </p:spPr>
      </p:sp>
      <p:sp>
        <p:nvSpPr>
          <p:cNvPr id="2081"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4560">
              <a:lnSpc>
                <a:spcPct val="100000"/>
              </a:lnSpc>
              <a:tabLst>
                <a:tab algn="l" pos="0"/>
              </a:tabLst>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4560">
              <a:lnSpc>
                <a:spcPct val="100000"/>
              </a:lnSpc>
              <a:tabLst>
                <a:tab algn="l" pos="0"/>
              </a:tabLst>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4560">
              <a:lnSpc>
                <a:spcPct val="100000"/>
              </a:lnSpc>
              <a:tabLst>
                <a:tab algn="l" pos="0"/>
              </a:tabLst>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4560">
              <a:lnSpc>
                <a:spcPct val="100000"/>
              </a:lnSpc>
              <a:tabLst>
                <a:tab algn="l" pos="0"/>
              </a:tabLst>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Paso 1: ejecutar ALTER DATABASE Ventas MODIFY FILEGROUP FG_DATOS DEFAULT.</a:t>
            </a:r>
            <a:endParaRPr b="0" lang="es-ES" sz="2000" spc="-1" strike="noStrike">
              <a:latin typeface="Arial"/>
            </a:endParaRPr>
          </a:p>
          <a:p>
            <a:pPr marL="216000" indent="-214560">
              <a:lnSpc>
                <a:spcPct val="100000"/>
              </a:lnSpc>
              <a:tabLst>
                <a:tab algn="l" pos="0"/>
              </a:tabLst>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4560">
              <a:lnSpc>
                <a:spcPct val="100000"/>
              </a:lnSpc>
              <a:tabLst>
                <a:tab algn="l" pos="0"/>
              </a:tabLst>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4560">
              <a:lnSpc>
                <a:spcPct val="100000"/>
              </a:lnSpc>
              <a:tabLst>
                <a:tab algn="l" pos="0"/>
              </a:tabLst>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420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848AE42-5178-45C1-8262-F01B4043770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4240" cy="3084120"/>
          </a:xfrm>
          <a:prstGeom prst="rect">
            <a:avLst/>
          </a:prstGeom>
        </p:spPr>
      </p:sp>
      <p:sp>
        <p:nvSpPr>
          <p:cNvPr id="208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4560">
              <a:lnSpc>
                <a:spcPct val="100000"/>
              </a:lnSpc>
              <a:tabLst>
                <a:tab algn="l" pos="0"/>
              </a:tabLst>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4560">
              <a:lnSpc>
                <a:spcPct val="100000"/>
              </a:lnSpc>
              <a:tabLst>
                <a:tab algn="l" pos="0"/>
              </a:tabLst>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4560">
              <a:lnSpc>
                <a:spcPct val="100000"/>
              </a:lnSpc>
              <a:tabLst>
                <a:tab algn="l" pos="0"/>
              </a:tabLst>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4560">
              <a:lnSpc>
                <a:spcPct val="100000"/>
              </a:lnSpc>
              <a:tabLst>
                <a:tab algn="l" pos="0"/>
              </a:tabLst>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4560">
              <a:lnSpc>
                <a:spcPct val="100000"/>
              </a:lnSpc>
              <a:tabLst>
                <a:tab algn="l" pos="0"/>
              </a:tabLst>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4560">
              <a:lnSpc>
                <a:spcPct val="100000"/>
              </a:lnSpc>
              <a:tabLst>
                <a:tab algn="l" pos="0"/>
              </a:tabLst>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420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7088332-3F45-45A5-9336-A5C74B7B482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4240" cy="3084120"/>
          </a:xfrm>
          <a:prstGeom prst="rect">
            <a:avLst/>
          </a:prstGeom>
        </p:spPr>
      </p:sp>
      <p:sp>
        <p:nvSpPr>
          <p:cNvPr id="208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4560">
              <a:lnSpc>
                <a:spcPct val="100000"/>
              </a:lnSpc>
              <a:tabLst>
                <a:tab algn="l" pos="0"/>
              </a:tabLst>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4560">
              <a:lnSpc>
                <a:spcPct val="100000"/>
              </a:lnSpc>
              <a:tabLst>
                <a:tab algn="l" pos="0"/>
              </a:tabLst>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4560">
              <a:lnSpc>
                <a:spcPct val="100000"/>
              </a:lnSpc>
              <a:tabLst>
                <a:tab algn="l" pos="0"/>
              </a:tabLst>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4560">
              <a:lnSpc>
                <a:spcPct val="100000"/>
              </a:lnSpc>
              <a:tabLst>
                <a:tab algn="l" pos="0"/>
              </a:tabLst>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4560">
              <a:lnSpc>
                <a:spcPct val="100000"/>
              </a:lnSpc>
              <a:tabLst>
                <a:tab algn="l" pos="0"/>
              </a:tabLst>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4560">
              <a:lnSpc>
                <a:spcPct val="100000"/>
              </a:lnSpc>
              <a:tabLst>
                <a:tab algn="l" pos="0"/>
              </a:tabLst>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420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56EF130-08FC-47AB-B5E1-76DDF3C0A31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4240" cy="3084120"/>
          </a:xfrm>
          <a:prstGeom prst="rect">
            <a:avLst/>
          </a:prstGeom>
        </p:spPr>
      </p:sp>
      <p:sp>
        <p:nvSpPr>
          <p:cNvPr id="2090"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4560">
              <a:lnSpc>
                <a:spcPct val="100000"/>
              </a:lnSpc>
              <a:tabLst>
                <a:tab algn="l" pos="0"/>
              </a:tabLst>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4560">
              <a:lnSpc>
                <a:spcPct val="100000"/>
              </a:lnSpc>
              <a:tabLst>
                <a:tab algn="l" pos="0"/>
              </a:tabLst>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4560">
              <a:lnSpc>
                <a:spcPct val="100000"/>
              </a:lnSpc>
              <a:tabLst>
                <a:tab algn="l" pos="0"/>
              </a:tabLst>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4560">
              <a:lnSpc>
                <a:spcPct val="100000"/>
              </a:lnSpc>
              <a:tabLst>
                <a:tab algn="l" pos="0"/>
              </a:tabLst>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4560">
              <a:lnSpc>
                <a:spcPct val="100000"/>
              </a:lnSpc>
              <a:tabLst>
                <a:tab algn="l" pos="0"/>
              </a:tabLst>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4560">
              <a:lnSpc>
                <a:spcPct val="100000"/>
              </a:lnSpc>
              <a:tabLst>
                <a:tab algn="l" pos="0"/>
              </a:tabLst>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420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B29271A-29B5-4874-A84D-21481F8C181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4240" cy="3084120"/>
          </a:xfrm>
          <a:prstGeom prst="rect">
            <a:avLst/>
          </a:prstGeom>
        </p:spPr>
      </p:sp>
      <p:sp>
        <p:nvSpPr>
          <p:cNvPr id="2093"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4560">
              <a:lnSpc>
                <a:spcPct val="100000"/>
              </a:lnSpc>
              <a:tabLst>
                <a:tab algn="l" pos="0"/>
              </a:tabLst>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4560">
              <a:lnSpc>
                <a:spcPct val="100000"/>
              </a:lnSpc>
              <a:tabLst>
                <a:tab algn="l" pos="0"/>
              </a:tabLst>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4560">
              <a:lnSpc>
                <a:spcPct val="100000"/>
              </a:lnSpc>
              <a:tabLst>
                <a:tab algn="l" pos="0"/>
              </a:tabLst>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4560">
              <a:lnSpc>
                <a:spcPct val="100000"/>
              </a:lnSpc>
              <a:tabLst>
                <a:tab algn="l" pos="0"/>
              </a:tabLst>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4560">
              <a:lnSpc>
                <a:spcPct val="100000"/>
              </a:lnSpc>
              <a:tabLst>
                <a:tab algn="l" pos="0"/>
              </a:tabLst>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4560">
              <a:lnSpc>
                <a:spcPct val="100000"/>
              </a:lnSpc>
              <a:tabLst>
                <a:tab algn="l" pos="0"/>
              </a:tabLst>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420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A4D78C2-0B61-4802-8029-794481395FF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4240" cy="3084120"/>
          </a:xfrm>
          <a:prstGeom prst="rect">
            <a:avLst/>
          </a:prstGeom>
        </p:spPr>
      </p:sp>
      <p:sp>
        <p:nvSpPr>
          <p:cNvPr id="2096"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4560">
              <a:lnSpc>
                <a:spcPct val="100000"/>
              </a:lnSpc>
              <a:tabLst>
                <a:tab algn="l" pos="0"/>
              </a:tabLst>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4560">
              <a:lnSpc>
                <a:spcPct val="100000"/>
              </a:lnSpc>
              <a:tabLst>
                <a:tab algn="l" pos="0"/>
              </a:tabLst>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4560">
              <a:lnSpc>
                <a:spcPct val="100000"/>
              </a:lnSpc>
              <a:tabLst>
                <a:tab algn="l" pos="0"/>
              </a:tabLst>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4560">
              <a:lnSpc>
                <a:spcPct val="100000"/>
              </a:lnSpc>
              <a:tabLst>
                <a:tab algn="l" pos="0"/>
              </a:tabLst>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4560">
              <a:lnSpc>
                <a:spcPct val="100000"/>
              </a:lnSpc>
              <a:tabLst>
                <a:tab algn="l" pos="0"/>
              </a:tabLst>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4560">
              <a:lnSpc>
                <a:spcPct val="100000"/>
              </a:lnSpc>
              <a:tabLst>
                <a:tab algn="l" pos="0"/>
              </a:tabLst>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creéis que se exige COUNT_BIG(*) cuando hay GROUP BY?</a:t>
            </a:r>
            <a:endParaRPr b="0" lang="es-ES" sz="2000" spc="-1" strike="noStrike">
              <a:latin typeface="Arial"/>
            </a:endParaRPr>
          </a:p>
          <a:p>
            <a:pPr marL="216000" indent="-21420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A94D3AF-DDE0-4704-B727-77D0CA6A756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4240" cy="3084120"/>
          </a:xfrm>
          <a:prstGeom prst="rect">
            <a:avLst/>
          </a:prstGeom>
        </p:spPr>
      </p:sp>
      <p:sp>
        <p:nvSpPr>
          <p:cNvPr id="2099"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4560">
              <a:lnSpc>
                <a:spcPct val="100000"/>
              </a:lnSpc>
              <a:tabLst>
                <a:tab algn="l" pos="0"/>
              </a:tabLst>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4560">
              <a:lnSpc>
                <a:spcPct val="100000"/>
              </a:lnSpc>
              <a:tabLst>
                <a:tab algn="l" pos="0"/>
              </a:tabLst>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4560">
              <a:lnSpc>
                <a:spcPct val="100000"/>
              </a:lnSpc>
              <a:tabLst>
                <a:tab algn="l" pos="0"/>
              </a:tabLst>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4560">
              <a:lnSpc>
                <a:spcPct val="100000"/>
              </a:lnSpc>
              <a:tabLst>
                <a:tab algn="l" pos="0"/>
              </a:tabLst>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4560">
              <a:lnSpc>
                <a:spcPct val="100000"/>
              </a:lnSpc>
              <a:tabLst>
                <a:tab algn="l" pos="0"/>
              </a:tabLst>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4560">
              <a:lnSpc>
                <a:spcPct val="100000"/>
              </a:lnSpc>
              <a:tabLst>
                <a:tab algn="l" pos="0"/>
              </a:tabLst>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420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B03465D-EB90-4D61-B97E-377BD8542C4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4240" cy="3084120"/>
          </a:xfrm>
          <a:prstGeom prst="rect">
            <a:avLst/>
          </a:prstGeom>
        </p:spPr>
      </p:sp>
      <p:sp>
        <p:nvSpPr>
          <p:cNvPr id="2102"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4560">
              <a:lnSpc>
                <a:spcPct val="100000"/>
              </a:lnSpc>
              <a:tabLst>
                <a:tab algn="l" pos="0"/>
              </a:tabLst>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4560">
              <a:lnSpc>
                <a:spcPct val="100000"/>
              </a:lnSpc>
              <a:tabLst>
                <a:tab algn="l" pos="0"/>
              </a:tabLst>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4560">
              <a:lnSpc>
                <a:spcPct val="100000"/>
              </a:lnSpc>
              <a:tabLst>
                <a:tab algn="l" pos="0"/>
              </a:tabLst>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4560">
              <a:lnSpc>
                <a:spcPct val="100000"/>
              </a:lnSpc>
              <a:tabLst>
                <a:tab algn="l" pos="0"/>
              </a:tabLst>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4560">
              <a:lnSpc>
                <a:spcPct val="100000"/>
              </a:lnSpc>
              <a:tabLst>
                <a:tab algn="l" pos="0"/>
              </a:tabLst>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4560">
              <a:lnSpc>
                <a:spcPct val="100000"/>
              </a:lnSpc>
              <a:tabLst>
                <a:tab algn="l" pos="0"/>
              </a:tabLst>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420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FEBB8F5-261C-4D15-89D1-AF620649C4A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4240" cy="3084120"/>
          </a:xfrm>
          <a:prstGeom prst="rect">
            <a:avLst/>
          </a:prstGeom>
        </p:spPr>
      </p:sp>
      <p:sp>
        <p:nvSpPr>
          <p:cNvPr id="2105"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4560">
              <a:lnSpc>
                <a:spcPct val="100000"/>
              </a:lnSpc>
              <a:tabLst>
                <a:tab algn="l" pos="0"/>
              </a:tabLst>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4560">
              <a:lnSpc>
                <a:spcPct val="100000"/>
              </a:lnSpc>
              <a:tabLst>
                <a:tab algn="l" pos="0"/>
              </a:tabLst>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4560">
              <a:lnSpc>
                <a:spcPct val="100000"/>
              </a:lnSpc>
              <a:tabLst>
                <a:tab algn="l" pos="0"/>
              </a:tabLst>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4560">
              <a:lnSpc>
                <a:spcPct val="100000"/>
              </a:lnSpc>
              <a:tabLst>
                <a:tab algn="l" pos="0"/>
              </a:tabLst>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4560">
              <a:lnSpc>
                <a:spcPct val="100000"/>
              </a:lnSpc>
              <a:tabLst>
                <a:tab algn="l" pos="0"/>
              </a:tabLst>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4560">
              <a:lnSpc>
                <a:spcPct val="100000"/>
              </a:lnSpc>
              <a:tabLst>
                <a:tab algn="l" pos="0"/>
              </a:tabLst>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420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09D3301-CED9-4A7A-99F9-AD04ADD2841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4240" cy="3084120"/>
          </a:xfrm>
          <a:prstGeom prst="rect">
            <a:avLst/>
          </a:prstGeom>
        </p:spPr>
      </p:sp>
      <p:sp>
        <p:nvSpPr>
          <p:cNvPr id="2108"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4560">
              <a:lnSpc>
                <a:spcPct val="100000"/>
              </a:lnSpc>
              <a:tabLst>
                <a:tab algn="l" pos="0"/>
              </a:tabLst>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4560">
              <a:lnSpc>
                <a:spcPct val="100000"/>
              </a:lnSpc>
              <a:tabLst>
                <a:tab algn="l" pos="0"/>
              </a:tabLst>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4560">
              <a:lnSpc>
                <a:spcPct val="100000"/>
              </a:lnSpc>
              <a:tabLst>
                <a:tab algn="l" pos="0"/>
              </a:tabLst>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4560">
              <a:lnSpc>
                <a:spcPct val="100000"/>
              </a:lnSpc>
              <a:tabLst>
                <a:tab algn="l" pos="0"/>
              </a:tabLst>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4560">
              <a:lnSpc>
                <a:spcPct val="100000"/>
              </a:lnSpc>
              <a:tabLst>
                <a:tab algn="l" pos="0"/>
              </a:tabLst>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4560">
              <a:lnSpc>
                <a:spcPct val="100000"/>
              </a:lnSpc>
              <a:tabLst>
                <a:tab algn="l" pos="0"/>
              </a:tabLst>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420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FA5F195-B6D8-40F3-87DB-711F04CDFA1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4240" cy="3084120"/>
          </a:xfrm>
          <a:prstGeom prst="rect">
            <a:avLst/>
          </a:prstGeom>
        </p:spPr>
      </p:sp>
      <p:sp>
        <p:nvSpPr>
          <p:cNvPr id="2111"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4560">
              <a:lnSpc>
                <a:spcPct val="100000"/>
              </a:lnSpc>
              <a:tabLst>
                <a:tab algn="l" pos="0"/>
              </a:tabLst>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4560">
              <a:lnSpc>
                <a:spcPct val="100000"/>
              </a:lnSpc>
              <a:tabLst>
                <a:tab algn="l" pos="0"/>
              </a:tabLst>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4560">
              <a:lnSpc>
                <a:spcPct val="100000"/>
              </a:lnSpc>
              <a:tabLst>
                <a:tab algn="l" pos="0"/>
              </a:tabLst>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4560">
              <a:lnSpc>
                <a:spcPct val="100000"/>
              </a:lnSpc>
              <a:tabLst>
                <a:tab algn="l" pos="0"/>
              </a:tabLst>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4560">
              <a:lnSpc>
                <a:spcPct val="100000"/>
              </a:lnSpc>
              <a:tabLst>
                <a:tab algn="l" pos="0"/>
              </a:tabLst>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4560">
              <a:lnSpc>
                <a:spcPct val="100000"/>
              </a:lnSpc>
              <a:tabLst>
                <a:tab algn="l" pos="0"/>
              </a:tabLst>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420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7DD7477-385F-4CE5-AE49-1BB8B6AE0F3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4240" cy="3084120"/>
          </a:xfrm>
          <a:prstGeom prst="rect">
            <a:avLst/>
          </a:prstGeom>
        </p:spPr>
      </p:sp>
      <p:sp>
        <p:nvSpPr>
          <p:cNvPr id="211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4560">
              <a:lnSpc>
                <a:spcPct val="100000"/>
              </a:lnSpc>
              <a:tabLst>
                <a:tab algn="l" pos="0"/>
              </a:tabLst>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4560">
              <a:lnSpc>
                <a:spcPct val="100000"/>
              </a:lnSpc>
              <a:tabLst>
                <a:tab algn="l" pos="0"/>
              </a:tabLst>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4560">
              <a:lnSpc>
                <a:spcPct val="100000"/>
              </a:lnSpc>
              <a:tabLst>
                <a:tab algn="l" pos="0"/>
              </a:tabLst>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4560">
              <a:lnSpc>
                <a:spcPct val="100000"/>
              </a:lnSpc>
              <a:tabLst>
                <a:tab algn="l" pos="0"/>
              </a:tabLst>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4560">
              <a:lnSpc>
                <a:spcPct val="100000"/>
              </a:lnSpc>
              <a:tabLst>
                <a:tab algn="l" pos="0"/>
              </a:tabLst>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4560">
              <a:lnSpc>
                <a:spcPct val="100000"/>
              </a:lnSpc>
              <a:tabLst>
                <a:tab algn="l" pos="0"/>
              </a:tabLst>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420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3F9E104-CD2C-43C9-8F8F-A71428CB7AA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4240" cy="3084120"/>
          </a:xfrm>
          <a:prstGeom prst="rect">
            <a:avLst/>
          </a:prstGeom>
        </p:spPr>
      </p:sp>
      <p:sp>
        <p:nvSpPr>
          <p:cNvPr id="211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4560">
              <a:lnSpc>
                <a:spcPct val="100000"/>
              </a:lnSpc>
              <a:tabLst>
                <a:tab algn="l" pos="0"/>
              </a:tabLst>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4560">
              <a:lnSpc>
                <a:spcPct val="100000"/>
              </a:lnSpc>
              <a:tabLst>
                <a:tab algn="l" pos="0"/>
              </a:tabLst>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4560">
              <a:lnSpc>
                <a:spcPct val="100000"/>
              </a:lnSpc>
              <a:tabLst>
                <a:tab algn="l" pos="0"/>
              </a:tabLst>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4560">
              <a:lnSpc>
                <a:spcPct val="100000"/>
              </a:lnSpc>
              <a:tabLst>
                <a:tab algn="l" pos="0"/>
              </a:tabLst>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4560">
              <a:lnSpc>
                <a:spcPct val="100000"/>
              </a:lnSpc>
              <a:tabLst>
                <a:tab algn="l" pos="0"/>
              </a:tabLst>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4560">
              <a:lnSpc>
                <a:spcPct val="100000"/>
              </a:lnSpc>
              <a:tabLst>
                <a:tab algn="l" pos="0"/>
              </a:tabLst>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420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375AD49-38EC-4747-ADA2-6F0DECD79FF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4240" cy="3084120"/>
          </a:xfrm>
          <a:prstGeom prst="rect">
            <a:avLst/>
          </a:prstGeom>
        </p:spPr>
      </p:sp>
      <p:sp>
        <p:nvSpPr>
          <p:cNvPr id="2120"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4560">
              <a:lnSpc>
                <a:spcPct val="100000"/>
              </a:lnSpc>
              <a:tabLst>
                <a:tab algn="l" pos="0"/>
              </a:tabLst>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4560">
              <a:lnSpc>
                <a:spcPct val="100000"/>
              </a:lnSpc>
              <a:tabLst>
                <a:tab algn="l" pos="0"/>
              </a:tabLst>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4560">
              <a:lnSpc>
                <a:spcPct val="100000"/>
              </a:lnSpc>
              <a:tabLst>
                <a:tab algn="l" pos="0"/>
              </a:tabLst>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4560">
              <a:lnSpc>
                <a:spcPct val="100000"/>
              </a:lnSpc>
              <a:tabLst>
                <a:tab algn="l" pos="0"/>
              </a:tabLst>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4560">
              <a:lnSpc>
                <a:spcPct val="100000"/>
              </a:lnSpc>
              <a:tabLst>
                <a:tab algn="l" pos="0"/>
              </a:tabLst>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4560">
              <a:lnSpc>
                <a:spcPct val="100000"/>
              </a:lnSpc>
              <a:tabLst>
                <a:tab algn="l" pos="0"/>
              </a:tabLst>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4560">
              <a:lnSpc>
                <a:spcPct val="100000"/>
              </a:lnSpc>
              <a:tabLst>
                <a:tab algn="l" pos="0"/>
              </a:tabLst>
            </a:pPr>
            <a:r>
              <a:rPr b="0" lang="en-US" sz="2000" spc="-1" strike="noStrike">
                <a:latin typeface="Arial"/>
              </a:rPr>
              <a:t>- Crear la tabla dbo.BaseConocimiento con la columna ContenidoEmbedding VECTOR(4).</a:t>
            </a:r>
            <a:endParaRPr b="0" lang="es-ES" sz="2000" spc="-1" strike="noStrike">
              <a:latin typeface="Arial"/>
            </a:endParaRPr>
          </a:p>
          <a:p>
            <a:pPr marL="216000" indent="-21420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2557489-91A4-492E-A8E3-24FE21A9B40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4240" cy="3084120"/>
          </a:xfrm>
          <a:prstGeom prst="rect">
            <a:avLst/>
          </a:prstGeom>
        </p:spPr>
      </p:sp>
      <p:sp>
        <p:nvSpPr>
          <p:cNvPr id="2123"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4560">
              <a:lnSpc>
                <a:spcPct val="100000"/>
              </a:lnSpc>
              <a:tabLst>
                <a:tab algn="l" pos="0"/>
              </a:tabLst>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4560">
              <a:lnSpc>
                <a:spcPct val="100000"/>
              </a:lnSpc>
              <a:tabLst>
                <a:tab algn="l" pos="0"/>
              </a:tabLst>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4560">
              <a:lnSpc>
                <a:spcPct val="100000"/>
              </a:lnSpc>
              <a:tabLst>
                <a:tab algn="l" pos="0"/>
              </a:tabLst>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4560">
              <a:lnSpc>
                <a:spcPct val="100000"/>
              </a:lnSpc>
              <a:tabLst>
                <a:tab algn="l" pos="0"/>
              </a:tabLst>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4560">
              <a:lnSpc>
                <a:spcPct val="100000"/>
              </a:lnSpc>
              <a:tabLst>
                <a:tab algn="l" pos="0"/>
              </a:tabLst>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4560">
              <a:lnSpc>
                <a:spcPct val="100000"/>
              </a:lnSpc>
              <a:tabLst>
                <a:tab algn="l" pos="0"/>
              </a:tabLst>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4560">
              <a:lnSpc>
                <a:spcPct val="100000"/>
              </a:lnSpc>
              <a:tabLst>
                <a:tab algn="l" pos="0"/>
              </a:tabLst>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4560">
              <a:lnSpc>
                <a:spcPct val="100000"/>
              </a:lnSpc>
              <a:tabLst>
                <a:tab algn="l" pos="0"/>
              </a:tabLst>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4560">
              <a:lnSpc>
                <a:spcPct val="100000"/>
              </a:lnSpc>
              <a:tabLst>
                <a:tab algn="l" pos="0"/>
              </a:tabLst>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4560">
              <a:lnSpc>
                <a:spcPct val="100000"/>
              </a:lnSpc>
              <a:tabLst>
                <a:tab algn="l" pos="0"/>
              </a:tabLst>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1D8D682-155B-4C2E-BDFC-8542C611B7D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4240" cy="3084120"/>
          </a:xfrm>
          <a:prstGeom prst="rect">
            <a:avLst/>
          </a:prstGeom>
        </p:spPr>
      </p:sp>
      <p:sp>
        <p:nvSpPr>
          <p:cNvPr id="2126"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4560">
              <a:lnSpc>
                <a:spcPct val="100000"/>
              </a:lnSpc>
              <a:tabLst>
                <a:tab algn="l" pos="0"/>
              </a:tabLst>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4560">
              <a:lnSpc>
                <a:spcPct val="100000"/>
              </a:lnSpc>
              <a:tabLst>
                <a:tab algn="l" pos="0"/>
              </a:tabLst>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4560">
              <a:lnSpc>
                <a:spcPct val="100000"/>
              </a:lnSpc>
              <a:tabLst>
                <a:tab algn="l" pos="0"/>
              </a:tabLst>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4560">
              <a:lnSpc>
                <a:spcPct val="100000"/>
              </a:lnSpc>
              <a:tabLst>
                <a:tab algn="l" pos="0"/>
              </a:tabLst>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4560">
              <a:lnSpc>
                <a:spcPct val="100000"/>
              </a:lnSpc>
              <a:tabLst>
                <a:tab algn="l" pos="0"/>
              </a:tabLst>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4560">
              <a:lnSpc>
                <a:spcPct val="100000"/>
              </a:lnSpc>
              <a:tabLst>
                <a:tab algn="l" pos="0"/>
              </a:tabLst>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420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C0D6F11-2EC8-4D66-90D2-A7844E55413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4240" cy="3084120"/>
          </a:xfrm>
          <a:prstGeom prst="rect">
            <a:avLst/>
          </a:prstGeom>
        </p:spPr>
      </p:sp>
      <p:sp>
        <p:nvSpPr>
          <p:cNvPr id="2129"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4560">
              <a:lnSpc>
                <a:spcPct val="100000"/>
              </a:lnSpc>
              <a:tabLst>
                <a:tab algn="l" pos="0"/>
              </a:tabLst>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4560">
              <a:lnSpc>
                <a:spcPct val="100000"/>
              </a:lnSpc>
              <a:tabLst>
                <a:tab algn="l" pos="0"/>
              </a:tabLst>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4560">
              <a:lnSpc>
                <a:spcPct val="100000"/>
              </a:lnSpc>
              <a:tabLst>
                <a:tab algn="l" pos="0"/>
              </a:tabLst>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4560">
              <a:lnSpc>
                <a:spcPct val="100000"/>
              </a:lnSpc>
              <a:tabLst>
                <a:tab algn="l" pos="0"/>
              </a:tabLst>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4560">
              <a:lnSpc>
                <a:spcPct val="100000"/>
              </a:lnSpc>
              <a:tabLst>
                <a:tab algn="l" pos="0"/>
              </a:tabLst>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4560">
              <a:lnSpc>
                <a:spcPct val="100000"/>
              </a:lnSpc>
              <a:tabLst>
                <a:tab algn="l" pos="0"/>
              </a:tabLst>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420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84DAB2B-E7E6-424A-8405-E936C061898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4240" cy="3084120"/>
          </a:xfrm>
          <a:prstGeom prst="rect">
            <a:avLst/>
          </a:prstGeom>
        </p:spPr>
      </p:sp>
      <p:sp>
        <p:nvSpPr>
          <p:cNvPr id="2132"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4560">
              <a:lnSpc>
                <a:spcPct val="100000"/>
              </a:lnSpc>
              <a:tabLst>
                <a:tab algn="l" pos="0"/>
              </a:tabLst>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4560">
              <a:lnSpc>
                <a:spcPct val="100000"/>
              </a:lnSpc>
              <a:tabLst>
                <a:tab algn="l" pos="0"/>
              </a:tabLst>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4560">
              <a:lnSpc>
                <a:spcPct val="100000"/>
              </a:lnSpc>
              <a:tabLst>
                <a:tab algn="l" pos="0"/>
              </a:tabLst>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4560">
              <a:lnSpc>
                <a:spcPct val="100000"/>
              </a:lnSpc>
              <a:tabLst>
                <a:tab algn="l" pos="0"/>
              </a:tabLst>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4560">
              <a:lnSpc>
                <a:spcPct val="100000"/>
              </a:lnSpc>
              <a:tabLst>
                <a:tab algn="l" pos="0"/>
              </a:tabLst>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4560">
              <a:lnSpc>
                <a:spcPct val="100000"/>
              </a:lnSpc>
              <a:tabLst>
                <a:tab algn="l" pos="0"/>
              </a:tabLst>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420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D4C130A-9574-4DCD-9EF5-B78BDC11C8A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4240" cy="3084120"/>
          </a:xfrm>
          <a:prstGeom prst="rect">
            <a:avLst/>
          </a:prstGeom>
        </p:spPr>
      </p:sp>
      <p:sp>
        <p:nvSpPr>
          <p:cNvPr id="2135"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4560">
              <a:lnSpc>
                <a:spcPct val="100000"/>
              </a:lnSpc>
              <a:tabLst>
                <a:tab algn="l" pos="0"/>
              </a:tabLst>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4560">
              <a:lnSpc>
                <a:spcPct val="100000"/>
              </a:lnSpc>
              <a:tabLst>
                <a:tab algn="l" pos="0"/>
              </a:tabLst>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4560">
              <a:lnSpc>
                <a:spcPct val="100000"/>
              </a:lnSpc>
              <a:tabLst>
                <a:tab algn="l" pos="0"/>
              </a:tabLst>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4560">
              <a:lnSpc>
                <a:spcPct val="100000"/>
              </a:lnSpc>
              <a:tabLst>
                <a:tab algn="l" pos="0"/>
              </a:tabLst>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4560">
              <a:lnSpc>
                <a:spcPct val="100000"/>
              </a:lnSpc>
              <a:tabLst>
                <a:tab algn="l" pos="0"/>
              </a:tabLst>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4560">
              <a:lnSpc>
                <a:spcPct val="100000"/>
              </a:lnSpc>
              <a:tabLst>
                <a:tab algn="l" pos="0"/>
              </a:tabLst>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420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C6C2236-FB6D-4DCA-BAD0-05602C23F24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4240" cy="3084120"/>
          </a:xfrm>
          <a:prstGeom prst="rect">
            <a:avLst/>
          </a:prstGeom>
        </p:spPr>
      </p:sp>
      <p:sp>
        <p:nvSpPr>
          <p:cNvPr id="2138"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4560">
              <a:lnSpc>
                <a:spcPct val="100000"/>
              </a:lnSpc>
              <a:tabLst>
                <a:tab algn="l" pos="0"/>
              </a:tabLst>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4560">
              <a:lnSpc>
                <a:spcPct val="100000"/>
              </a:lnSpc>
              <a:tabLst>
                <a:tab algn="l" pos="0"/>
              </a:tabLst>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4560">
              <a:lnSpc>
                <a:spcPct val="100000"/>
              </a:lnSpc>
              <a:tabLst>
                <a:tab algn="l" pos="0"/>
              </a:tabLst>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4560">
              <a:lnSpc>
                <a:spcPct val="100000"/>
              </a:lnSpc>
              <a:tabLst>
                <a:tab algn="l" pos="0"/>
              </a:tabLst>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4560">
              <a:lnSpc>
                <a:spcPct val="100000"/>
              </a:lnSpc>
              <a:tabLst>
                <a:tab algn="l" pos="0"/>
              </a:tabLst>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4560">
              <a:lnSpc>
                <a:spcPct val="100000"/>
              </a:lnSpc>
              <a:tabLst>
                <a:tab algn="l" pos="0"/>
              </a:tabLst>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420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91179AC-C06E-4C9E-9730-79F6E9910C2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4240" cy="3084120"/>
          </a:xfrm>
          <a:prstGeom prst="rect">
            <a:avLst/>
          </a:prstGeom>
        </p:spPr>
      </p:sp>
      <p:sp>
        <p:nvSpPr>
          <p:cNvPr id="2141"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4560">
              <a:lnSpc>
                <a:spcPct val="100000"/>
              </a:lnSpc>
              <a:tabLst>
                <a:tab algn="l" pos="0"/>
              </a:tabLst>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4560">
              <a:lnSpc>
                <a:spcPct val="100000"/>
              </a:lnSpc>
              <a:tabLst>
                <a:tab algn="l" pos="0"/>
              </a:tabLst>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4560">
              <a:lnSpc>
                <a:spcPct val="100000"/>
              </a:lnSpc>
              <a:tabLst>
                <a:tab algn="l" pos="0"/>
              </a:tabLst>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4560">
              <a:lnSpc>
                <a:spcPct val="100000"/>
              </a:lnSpc>
              <a:tabLst>
                <a:tab algn="l" pos="0"/>
              </a:tabLst>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4560">
              <a:lnSpc>
                <a:spcPct val="100000"/>
              </a:lnSpc>
              <a:tabLst>
                <a:tab algn="l" pos="0"/>
              </a:tabLst>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4560">
              <a:lnSpc>
                <a:spcPct val="100000"/>
              </a:lnSpc>
              <a:tabLst>
                <a:tab algn="l" pos="0"/>
              </a:tabLst>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420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AE03340-0968-49FD-A7DC-DCFCD1D782B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4240" cy="3084120"/>
          </a:xfrm>
          <a:prstGeom prst="rect">
            <a:avLst/>
          </a:prstGeom>
        </p:spPr>
      </p:sp>
      <p:sp>
        <p:nvSpPr>
          <p:cNvPr id="214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4560">
              <a:lnSpc>
                <a:spcPct val="100000"/>
              </a:lnSpc>
              <a:tabLst>
                <a:tab algn="l" pos="0"/>
              </a:tabLst>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4560">
              <a:lnSpc>
                <a:spcPct val="100000"/>
              </a:lnSpc>
              <a:tabLst>
                <a:tab algn="l" pos="0"/>
              </a:tabLst>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4560">
              <a:lnSpc>
                <a:spcPct val="100000"/>
              </a:lnSpc>
              <a:tabLst>
                <a:tab algn="l" pos="0"/>
              </a:tabLst>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4560">
              <a:lnSpc>
                <a:spcPct val="100000"/>
              </a:lnSpc>
              <a:tabLst>
                <a:tab algn="l" pos="0"/>
              </a:tabLst>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4560">
              <a:lnSpc>
                <a:spcPct val="100000"/>
              </a:lnSpc>
              <a:tabLst>
                <a:tab algn="l" pos="0"/>
              </a:tabLst>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4560">
              <a:lnSpc>
                <a:spcPct val="100000"/>
              </a:lnSpc>
              <a:tabLst>
                <a:tab algn="l" pos="0"/>
              </a:tabLst>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420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3B42CC1-B6AD-4C20-8CE6-85AC5DAF2E3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4240" cy="3084120"/>
          </a:xfrm>
          <a:prstGeom prst="rect">
            <a:avLst/>
          </a:prstGeom>
        </p:spPr>
      </p:sp>
      <p:sp>
        <p:nvSpPr>
          <p:cNvPr id="214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4560">
              <a:lnSpc>
                <a:spcPct val="100000"/>
              </a:lnSpc>
              <a:tabLst>
                <a:tab algn="l" pos="0"/>
              </a:tabLst>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4560">
              <a:lnSpc>
                <a:spcPct val="100000"/>
              </a:lnSpc>
              <a:tabLst>
                <a:tab algn="l" pos="0"/>
              </a:tabLst>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4560">
              <a:lnSpc>
                <a:spcPct val="100000"/>
              </a:lnSpc>
              <a:tabLst>
                <a:tab algn="l" pos="0"/>
              </a:tabLst>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4560">
              <a:lnSpc>
                <a:spcPct val="100000"/>
              </a:lnSpc>
              <a:tabLst>
                <a:tab algn="l" pos="0"/>
              </a:tabLst>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4560">
              <a:lnSpc>
                <a:spcPct val="100000"/>
              </a:lnSpc>
              <a:tabLst>
                <a:tab algn="l" pos="0"/>
              </a:tabLst>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4560">
              <a:lnSpc>
                <a:spcPct val="100000"/>
              </a:lnSpc>
              <a:tabLst>
                <a:tab algn="l" pos="0"/>
              </a:tabLst>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4560">
              <a:lnSpc>
                <a:spcPct val="100000"/>
              </a:lnSpc>
              <a:tabLst>
                <a:tab algn="l" pos="0"/>
              </a:tabLst>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4560">
              <a:lnSpc>
                <a:spcPct val="100000"/>
              </a:lnSpc>
              <a:tabLst>
                <a:tab algn="l" pos="0"/>
              </a:tabLst>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4560">
              <a:lnSpc>
                <a:spcPct val="100000"/>
              </a:lnSpc>
              <a:tabLst>
                <a:tab algn="l" pos="0"/>
              </a:tabLst>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4560">
              <a:lnSpc>
                <a:spcPct val="100000"/>
              </a:lnSpc>
              <a:tabLst>
                <a:tab algn="l" pos="0"/>
              </a:tabLst>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8FE851C-E580-4E7B-8189-4FCB22C18EB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4240" cy="3084120"/>
          </a:xfrm>
          <a:prstGeom prst="rect">
            <a:avLst/>
          </a:prstGeom>
        </p:spPr>
      </p:sp>
      <p:sp>
        <p:nvSpPr>
          <p:cNvPr id="2150"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4560">
              <a:lnSpc>
                <a:spcPct val="100000"/>
              </a:lnSpc>
              <a:tabLst>
                <a:tab algn="l" pos="0"/>
              </a:tabLst>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4560">
              <a:lnSpc>
                <a:spcPct val="100000"/>
              </a:lnSpc>
              <a:tabLst>
                <a:tab algn="l" pos="0"/>
              </a:tabLst>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4560">
              <a:lnSpc>
                <a:spcPct val="100000"/>
              </a:lnSpc>
              <a:tabLst>
                <a:tab algn="l" pos="0"/>
              </a:tabLst>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4560">
              <a:lnSpc>
                <a:spcPct val="100000"/>
              </a:lnSpc>
              <a:tabLst>
                <a:tab algn="l" pos="0"/>
              </a:tabLst>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4560">
              <a:lnSpc>
                <a:spcPct val="100000"/>
              </a:lnSpc>
              <a:tabLst>
                <a:tab algn="l" pos="0"/>
              </a:tabLst>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420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6C58531-4D07-4AF8-92EB-578BCC29B5B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4240" cy="3084120"/>
          </a:xfrm>
          <a:prstGeom prst="rect">
            <a:avLst/>
          </a:prstGeom>
        </p:spPr>
      </p:sp>
      <p:sp>
        <p:nvSpPr>
          <p:cNvPr id="2153"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4560">
              <a:lnSpc>
                <a:spcPct val="100000"/>
              </a:lnSpc>
              <a:tabLst>
                <a:tab algn="l" pos="0"/>
              </a:tabLst>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4560">
              <a:lnSpc>
                <a:spcPct val="100000"/>
              </a:lnSpc>
              <a:tabLst>
                <a:tab algn="l" pos="0"/>
              </a:tabLst>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4560">
              <a:lnSpc>
                <a:spcPct val="100000"/>
              </a:lnSpc>
              <a:tabLst>
                <a:tab algn="l" pos="0"/>
              </a:tabLst>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4560">
              <a:lnSpc>
                <a:spcPct val="100000"/>
              </a:lnSpc>
              <a:tabLst>
                <a:tab algn="l" pos="0"/>
              </a:tabLst>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4560">
              <a:lnSpc>
                <a:spcPct val="100000"/>
              </a:lnSpc>
              <a:tabLst>
                <a:tab algn="l" pos="0"/>
              </a:tabLst>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420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3B41156-F46C-4130-9053-A7746B78AFC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4240" cy="3084120"/>
          </a:xfrm>
          <a:prstGeom prst="rect">
            <a:avLst/>
          </a:prstGeom>
        </p:spPr>
      </p:sp>
      <p:sp>
        <p:nvSpPr>
          <p:cNvPr id="2156"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4560">
              <a:lnSpc>
                <a:spcPct val="100000"/>
              </a:lnSpc>
              <a:tabLst>
                <a:tab algn="l" pos="0"/>
              </a:tabLst>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4560">
              <a:lnSpc>
                <a:spcPct val="100000"/>
              </a:lnSpc>
              <a:tabLst>
                <a:tab algn="l" pos="0"/>
              </a:tabLst>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4560">
              <a:lnSpc>
                <a:spcPct val="100000"/>
              </a:lnSpc>
              <a:tabLst>
                <a:tab algn="l" pos="0"/>
              </a:tabLst>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4560">
              <a:lnSpc>
                <a:spcPct val="100000"/>
              </a:lnSpc>
              <a:tabLst>
                <a:tab algn="l" pos="0"/>
              </a:tabLst>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4560">
              <a:lnSpc>
                <a:spcPct val="100000"/>
              </a:lnSpc>
              <a:tabLst>
                <a:tab algn="l" pos="0"/>
              </a:tabLst>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4560">
              <a:lnSpc>
                <a:spcPct val="100000"/>
              </a:lnSpc>
              <a:tabLst>
                <a:tab algn="l" pos="0"/>
              </a:tabLst>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420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EA1884F-B8C2-4EB5-BCC0-8690FF2E7FD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4240" cy="3084120"/>
          </a:xfrm>
          <a:prstGeom prst="rect">
            <a:avLst/>
          </a:prstGeom>
        </p:spPr>
      </p:sp>
      <p:sp>
        <p:nvSpPr>
          <p:cNvPr id="2159"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4560">
              <a:lnSpc>
                <a:spcPct val="100000"/>
              </a:lnSpc>
              <a:tabLst>
                <a:tab algn="l" pos="0"/>
              </a:tabLst>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4560">
              <a:lnSpc>
                <a:spcPct val="100000"/>
              </a:lnSpc>
              <a:tabLst>
                <a:tab algn="l" pos="0"/>
              </a:tabLst>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4560">
              <a:lnSpc>
                <a:spcPct val="100000"/>
              </a:lnSpc>
              <a:tabLst>
                <a:tab algn="l" pos="0"/>
              </a:tabLst>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4560">
              <a:lnSpc>
                <a:spcPct val="100000"/>
              </a:lnSpc>
              <a:tabLst>
                <a:tab algn="l" pos="0"/>
              </a:tabLst>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4560">
              <a:lnSpc>
                <a:spcPct val="100000"/>
              </a:lnSpc>
              <a:tabLst>
                <a:tab algn="l" pos="0"/>
              </a:tabLst>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420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FE735BE-105D-49B9-8B99-282B9F31AAA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4240" cy="3084120"/>
          </a:xfrm>
          <a:prstGeom prst="rect">
            <a:avLst/>
          </a:prstGeom>
        </p:spPr>
      </p:sp>
      <p:sp>
        <p:nvSpPr>
          <p:cNvPr id="2162"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4560">
              <a:lnSpc>
                <a:spcPct val="100000"/>
              </a:lnSpc>
              <a:tabLst>
                <a:tab algn="l" pos="0"/>
              </a:tabLst>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4560">
              <a:lnSpc>
                <a:spcPct val="100000"/>
              </a:lnSpc>
              <a:tabLst>
                <a:tab algn="l" pos="0"/>
              </a:tabLst>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4560">
              <a:lnSpc>
                <a:spcPct val="100000"/>
              </a:lnSpc>
              <a:tabLst>
                <a:tab algn="l" pos="0"/>
              </a:tabLst>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4560">
              <a:lnSpc>
                <a:spcPct val="100000"/>
              </a:lnSpc>
              <a:tabLst>
                <a:tab algn="l" pos="0"/>
              </a:tabLst>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4560">
              <a:lnSpc>
                <a:spcPct val="100000"/>
              </a:lnSpc>
              <a:tabLst>
                <a:tab algn="l" pos="0"/>
              </a:tabLst>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420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6CD4F35-6338-4BF9-994A-0D6C6D72F5A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4240" cy="3084120"/>
          </a:xfrm>
          <a:prstGeom prst="rect">
            <a:avLst/>
          </a:prstGeom>
        </p:spPr>
      </p:sp>
      <p:sp>
        <p:nvSpPr>
          <p:cNvPr id="2165"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4560">
              <a:lnSpc>
                <a:spcPct val="100000"/>
              </a:lnSpc>
              <a:tabLst>
                <a:tab algn="l" pos="0"/>
              </a:tabLst>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4560">
              <a:lnSpc>
                <a:spcPct val="100000"/>
              </a:lnSpc>
              <a:tabLst>
                <a:tab algn="l" pos="0"/>
              </a:tabLst>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4560">
              <a:lnSpc>
                <a:spcPct val="100000"/>
              </a:lnSpc>
              <a:tabLst>
                <a:tab algn="l" pos="0"/>
              </a:tabLst>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4560">
              <a:lnSpc>
                <a:spcPct val="100000"/>
              </a:lnSpc>
              <a:tabLst>
                <a:tab algn="l" pos="0"/>
              </a:tabLst>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4560">
              <a:lnSpc>
                <a:spcPct val="100000"/>
              </a:lnSpc>
              <a:tabLst>
                <a:tab algn="l" pos="0"/>
              </a:tabLst>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420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B46B5BB-E0F4-43C5-A443-7480BC10975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4240" cy="3084120"/>
          </a:xfrm>
          <a:prstGeom prst="rect">
            <a:avLst/>
          </a:prstGeom>
        </p:spPr>
      </p:sp>
      <p:sp>
        <p:nvSpPr>
          <p:cNvPr id="2168"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4560">
              <a:lnSpc>
                <a:spcPct val="100000"/>
              </a:lnSpc>
              <a:tabLst>
                <a:tab algn="l" pos="0"/>
              </a:tabLst>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4560">
              <a:lnSpc>
                <a:spcPct val="100000"/>
              </a:lnSpc>
              <a:tabLst>
                <a:tab algn="l" pos="0"/>
              </a:tabLst>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4560">
              <a:lnSpc>
                <a:spcPct val="100000"/>
              </a:lnSpc>
              <a:tabLst>
                <a:tab algn="l" pos="0"/>
              </a:tabLst>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4560">
              <a:lnSpc>
                <a:spcPct val="100000"/>
              </a:lnSpc>
              <a:tabLst>
                <a:tab algn="l" pos="0"/>
              </a:tabLst>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4560">
              <a:lnSpc>
                <a:spcPct val="100000"/>
              </a:lnSpc>
              <a:tabLst>
                <a:tab algn="l" pos="0"/>
              </a:tabLst>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4560">
              <a:lnSpc>
                <a:spcPct val="100000"/>
              </a:lnSpc>
              <a:tabLst>
                <a:tab algn="l" pos="0"/>
              </a:tabLst>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420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2F75B39-0EC5-4F72-BFBE-4F356B1A351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4240" cy="3084120"/>
          </a:xfrm>
          <a:prstGeom prst="rect">
            <a:avLst/>
          </a:prstGeom>
        </p:spPr>
      </p:sp>
      <p:sp>
        <p:nvSpPr>
          <p:cNvPr id="2171"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4560">
              <a:lnSpc>
                <a:spcPct val="100000"/>
              </a:lnSpc>
              <a:tabLst>
                <a:tab algn="l" pos="0"/>
              </a:tabLst>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4560">
              <a:lnSpc>
                <a:spcPct val="100000"/>
              </a:lnSpc>
              <a:tabLst>
                <a:tab algn="l" pos="0"/>
              </a:tabLst>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4560">
              <a:lnSpc>
                <a:spcPct val="100000"/>
              </a:lnSpc>
              <a:tabLst>
                <a:tab algn="l" pos="0"/>
              </a:tabLst>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4560">
              <a:lnSpc>
                <a:spcPct val="100000"/>
              </a:lnSpc>
              <a:tabLst>
                <a:tab algn="l" pos="0"/>
              </a:tabLst>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4560">
              <a:lnSpc>
                <a:spcPct val="100000"/>
              </a:lnSpc>
              <a:tabLst>
                <a:tab algn="l" pos="0"/>
              </a:tabLst>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420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834E612-A827-4E5F-8937-C042B34E234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4240" cy="3084120"/>
          </a:xfrm>
          <a:prstGeom prst="rect">
            <a:avLst/>
          </a:prstGeom>
        </p:spPr>
      </p:sp>
      <p:sp>
        <p:nvSpPr>
          <p:cNvPr id="217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4560">
              <a:lnSpc>
                <a:spcPct val="100000"/>
              </a:lnSpc>
              <a:tabLst>
                <a:tab algn="l" pos="0"/>
              </a:tabLst>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4560">
              <a:lnSpc>
                <a:spcPct val="100000"/>
              </a:lnSpc>
              <a:tabLst>
                <a:tab algn="l" pos="0"/>
              </a:tabLst>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4560">
              <a:lnSpc>
                <a:spcPct val="100000"/>
              </a:lnSpc>
              <a:tabLst>
                <a:tab algn="l" pos="0"/>
              </a:tabLst>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4560">
              <a:lnSpc>
                <a:spcPct val="100000"/>
              </a:lnSpc>
              <a:tabLst>
                <a:tab algn="l" pos="0"/>
              </a:tabLst>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4560">
              <a:lnSpc>
                <a:spcPct val="100000"/>
              </a:lnSpc>
              <a:tabLst>
                <a:tab algn="l" pos="0"/>
              </a:tabLst>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420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2A8E127-D595-4271-9DD7-08AEC487A5B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4240" cy="3084120"/>
          </a:xfrm>
          <a:prstGeom prst="rect">
            <a:avLst/>
          </a:prstGeom>
        </p:spPr>
      </p:sp>
      <p:sp>
        <p:nvSpPr>
          <p:cNvPr id="217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4560">
              <a:lnSpc>
                <a:spcPct val="100000"/>
              </a:lnSpc>
              <a:tabLst>
                <a:tab algn="l" pos="0"/>
              </a:tabLst>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4560">
              <a:lnSpc>
                <a:spcPct val="100000"/>
              </a:lnSpc>
              <a:tabLst>
                <a:tab algn="l" pos="0"/>
              </a:tabLst>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4560">
              <a:lnSpc>
                <a:spcPct val="100000"/>
              </a:lnSpc>
              <a:tabLst>
                <a:tab algn="l" pos="0"/>
              </a:tabLst>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4560">
              <a:lnSpc>
                <a:spcPct val="100000"/>
              </a:lnSpc>
              <a:tabLst>
                <a:tab algn="l" pos="0"/>
              </a:tabLst>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4560">
              <a:lnSpc>
                <a:spcPct val="100000"/>
              </a:lnSpc>
              <a:tabLst>
                <a:tab algn="l" pos="0"/>
              </a:tabLst>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420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5C2A904-1E92-475C-A30B-6AB03F9B6FB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4240" cy="3084120"/>
          </a:xfrm>
          <a:prstGeom prst="rect">
            <a:avLst/>
          </a:prstGeom>
        </p:spPr>
      </p:sp>
      <p:sp>
        <p:nvSpPr>
          <p:cNvPr id="2180"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4560">
              <a:lnSpc>
                <a:spcPct val="100000"/>
              </a:lnSpc>
              <a:tabLst>
                <a:tab algn="l" pos="0"/>
              </a:tabLst>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4560">
              <a:lnSpc>
                <a:spcPct val="100000"/>
              </a:lnSpc>
              <a:tabLst>
                <a:tab algn="l" pos="0"/>
              </a:tabLst>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4560">
              <a:lnSpc>
                <a:spcPct val="100000"/>
              </a:lnSpc>
              <a:tabLst>
                <a:tab algn="l" pos="0"/>
              </a:tabLst>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4560">
              <a:lnSpc>
                <a:spcPct val="100000"/>
              </a:lnSpc>
              <a:tabLst>
                <a:tab algn="l" pos="0"/>
              </a:tabLst>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4560">
              <a:lnSpc>
                <a:spcPct val="100000"/>
              </a:lnSpc>
              <a:tabLst>
                <a:tab algn="l" pos="0"/>
              </a:tabLst>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420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FFD48CF-799B-4D6D-8E30-0FEDE88B62A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4240" cy="3084120"/>
          </a:xfrm>
          <a:prstGeom prst="rect">
            <a:avLst/>
          </a:prstGeom>
        </p:spPr>
      </p:sp>
      <p:sp>
        <p:nvSpPr>
          <p:cNvPr id="2183"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4560">
              <a:lnSpc>
                <a:spcPct val="100000"/>
              </a:lnSpc>
              <a:tabLst>
                <a:tab algn="l" pos="0"/>
              </a:tabLst>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4560">
              <a:lnSpc>
                <a:spcPct val="100000"/>
              </a:lnSpc>
              <a:tabLst>
                <a:tab algn="l" pos="0"/>
              </a:tabLst>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4560">
              <a:lnSpc>
                <a:spcPct val="100000"/>
              </a:lnSpc>
              <a:tabLst>
                <a:tab algn="l" pos="0"/>
              </a:tabLst>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4560">
              <a:lnSpc>
                <a:spcPct val="100000"/>
              </a:lnSpc>
              <a:tabLst>
                <a:tab algn="l" pos="0"/>
              </a:tabLst>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4560">
              <a:lnSpc>
                <a:spcPct val="100000"/>
              </a:lnSpc>
              <a:tabLst>
                <a:tab algn="l" pos="0"/>
              </a:tabLst>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420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421F6C3-CBE0-46C6-9312-046EEC3D415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4240" cy="3084120"/>
          </a:xfrm>
          <a:prstGeom prst="rect">
            <a:avLst/>
          </a:prstGeom>
        </p:spPr>
      </p:sp>
      <p:sp>
        <p:nvSpPr>
          <p:cNvPr id="2186"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4560">
              <a:lnSpc>
                <a:spcPct val="100000"/>
              </a:lnSpc>
              <a:tabLst>
                <a:tab algn="l" pos="0"/>
              </a:tabLst>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4560">
              <a:lnSpc>
                <a:spcPct val="100000"/>
              </a:lnSpc>
              <a:tabLst>
                <a:tab algn="l" pos="0"/>
              </a:tabLst>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4560">
              <a:lnSpc>
                <a:spcPct val="100000"/>
              </a:lnSpc>
              <a:tabLst>
                <a:tab algn="l" pos="0"/>
              </a:tabLst>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4560">
              <a:lnSpc>
                <a:spcPct val="100000"/>
              </a:lnSpc>
              <a:tabLst>
                <a:tab algn="l" pos="0"/>
              </a:tabLst>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4560">
              <a:lnSpc>
                <a:spcPct val="100000"/>
              </a:lnSpc>
              <a:tabLst>
                <a:tab algn="l" pos="0"/>
              </a:tabLst>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420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EE778D7-6B58-4FB2-96DF-0946AA3971A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4240" cy="3084120"/>
          </a:xfrm>
          <a:prstGeom prst="rect">
            <a:avLst/>
          </a:prstGeom>
        </p:spPr>
      </p:sp>
      <p:sp>
        <p:nvSpPr>
          <p:cNvPr id="2189"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4560">
              <a:lnSpc>
                <a:spcPct val="100000"/>
              </a:lnSpc>
              <a:tabLst>
                <a:tab algn="l" pos="0"/>
              </a:tabLst>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4560">
              <a:lnSpc>
                <a:spcPct val="100000"/>
              </a:lnSpc>
              <a:tabLst>
                <a:tab algn="l" pos="0"/>
              </a:tabLst>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4560">
              <a:lnSpc>
                <a:spcPct val="100000"/>
              </a:lnSpc>
              <a:tabLst>
                <a:tab algn="l" pos="0"/>
              </a:tabLst>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4560">
              <a:lnSpc>
                <a:spcPct val="100000"/>
              </a:lnSpc>
              <a:tabLst>
                <a:tab algn="l" pos="0"/>
              </a:tabLst>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4560">
              <a:lnSpc>
                <a:spcPct val="100000"/>
              </a:lnSpc>
              <a:tabLst>
                <a:tab algn="l" pos="0"/>
              </a:tabLst>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420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AAE0790-A93E-4655-B112-2BB9388B944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4240" cy="3084120"/>
          </a:xfrm>
          <a:prstGeom prst="rect">
            <a:avLst/>
          </a:prstGeom>
        </p:spPr>
      </p:sp>
      <p:sp>
        <p:nvSpPr>
          <p:cNvPr id="2192"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4560">
              <a:lnSpc>
                <a:spcPct val="100000"/>
              </a:lnSpc>
              <a:tabLst>
                <a:tab algn="l" pos="0"/>
              </a:tabLst>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4560">
              <a:lnSpc>
                <a:spcPct val="100000"/>
              </a:lnSpc>
              <a:tabLst>
                <a:tab algn="l" pos="0"/>
              </a:tabLst>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4560">
              <a:lnSpc>
                <a:spcPct val="100000"/>
              </a:lnSpc>
              <a:tabLst>
                <a:tab algn="l" pos="0"/>
              </a:tabLst>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4560">
              <a:lnSpc>
                <a:spcPct val="100000"/>
              </a:lnSpc>
              <a:tabLst>
                <a:tab algn="l" pos="0"/>
              </a:tabLst>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4560">
              <a:lnSpc>
                <a:spcPct val="100000"/>
              </a:lnSpc>
              <a:tabLst>
                <a:tab algn="l" pos="0"/>
              </a:tabLst>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4560">
              <a:lnSpc>
                <a:spcPct val="100000"/>
              </a:lnSpc>
              <a:tabLst>
                <a:tab algn="l" pos="0"/>
              </a:tabLst>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420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239D87E-15AB-496E-B99F-FC9B203DBDF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4240" cy="3084120"/>
          </a:xfrm>
          <a:prstGeom prst="rect">
            <a:avLst/>
          </a:prstGeom>
        </p:spPr>
      </p:sp>
      <p:sp>
        <p:nvSpPr>
          <p:cNvPr id="2195"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4560">
              <a:lnSpc>
                <a:spcPct val="100000"/>
              </a:lnSpc>
              <a:tabLst>
                <a:tab algn="l" pos="0"/>
              </a:tabLst>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4560">
              <a:lnSpc>
                <a:spcPct val="100000"/>
              </a:lnSpc>
              <a:tabLst>
                <a:tab algn="l" pos="0"/>
              </a:tabLst>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4560">
              <a:lnSpc>
                <a:spcPct val="100000"/>
              </a:lnSpc>
              <a:tabLst>
                <a:tab algn="l" pos="0"/>
              </a:tabLst>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4560">
              <a:lnSpc>
                <a:spcPct val="100000"/>
              </a:lnSpc>
              <a:tabLst>
                <a:tab algn="l" pos="0"/>
              </a:tabLst>
            </a:pPr>
            <a:r>
              <a:rPr b="0" lang="en-US" sz="2000" spc="-1" strike="noStrike">
                <a:latin typeface="Arial"/>
              </a:rPr>
              <a:t>- ¿Qué coste adicional tiene ahora un INSERT en dbo.Pedido? ¿Cómo lo medirías?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4560">
              <a:lnSpc>
                <a:spcPct val="100000"/>
              </a:lnSpc>
              <a:tabLst>
                <a:tab algn="l" pos="0"/>
              </a:tabLst>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4560">
              <a:lnSpc>
                <a:spcPct val="100000"/>
              </a:lnSpc>
              <a:tabLst>
                <a:tab algn="l" pos="0"/>
              </a:tabLst>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4560">
              <a:lnSpc>
                <a:spcPct val="100000"/>
              </a:lnSpc>
              <a:tabLst>
                <a:tab algn="l" pos="0"/>
              </a:tabLst>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4560">
              <a:lnSpc>
                <a:spcPct val="100000"/>
              </a:lnSpc>
              <a:tabLst>
                <a:tab algn="l" pos="0"/>
              </a:tabLst>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4560">
              <a:lnSpc>
                <a:spcPct val="100000"/>
              </a:lnSpc>
              <a:tabLst>
                <a:tab algn="l" pos="0"/>
              </a:tabLst>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4560">
              <a:lnSpc>
                <a:spcPct val="100000"/>
              </a:lnSpc>
              <a:tabLst>
                <a:tab algn="l" pos="0"/>
              </a:tabLst>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4560">
              <a:lnSpc>
                <a:spcPct val="100000"/>
              </a:lnSpc>
              <a:tabLst>
                <a:tab algn="l" pos="0"/>
              </a:tabLst>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4560">
              <a:lnSpc>
                <a:spcPct val="100000"/>
              </a:lnSpc>
              <a:tabLst>
                <a:tab algn="l" pos="0"/>
              </a:tabLst>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718EE30-717E-4372-9914-716F752465A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4240" cy="3084120"/>
          </a:xfrm>
          <a:prstGeom prst="rect">
            <a:avLst/>
          </a:prstGeom>
        </p:spPr>
      </p:sp>
      <p:sp>
        <p:nvSpPr>
          <p:cNvPr id="2198"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4560">
              <a:lnSpc>
                <a:spcPct val="100000"/>
              </a:lnSpc>
              <a:tabLst>
                <a:tab algn="l" pos="0"/>
              </a:tabLst>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4560">
              <a:lnSpc>
                <a:spcPct val="100000"/>
              </a:lnSpc>
              <a:tabLst>
                <a:tab algn="l" pos="0"/>
              </a:tabLst>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4560">
              <a:lnSpc>
                <a:spcPct val="100000"/>
              </a:lnSpc>
              <a:tabLst>
                <a:tab algn="l" pos="0"/>
              </a:tabLst>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4560">
              <a:lnSpc>
                <a:spcPct val="100000"/>
              </a:lnSpc>
              <a:tabLst>
                <a:tab algn="l" pos="0"/>
              </a:tabLst>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4560">
              <a:lnSpc>
                <a:spcPct val="100000"/>
              </a:lnSpc>
              <a:tabLst>
                <a:tab algn="l" pos="0"/>
              </a:tabLst>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4560">
              <a:lnSpc>
                <a:spcPct val="100000"/>
              </a:lnSpc>
              <a:tabLst>
                <a:tab algn="l" pos="0"/>
              </a:tabLst>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4560">
              <a:lnSpc>
                <a:spcPct val="100000"/>
              </a:lnSpc>
              <a:tabLst>
                <a:tab algn="l" pos="0"/>
              </a:tabLst>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4560">
              <a:lnSpc>
                <a:spcPct val="100000"/>
              </a:lnSpc>
              <a:tabLst>
                <a:tab algn="l" pos="0"/>
              </a:tabLst>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4560">
              <a:lnSpc>
                <a:spcPct val="100000"/>
              </a:lnSpc>
              <a:tabLst>
                <a:tab algn="l" pos="0"/>
              </a:tabLst>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4B9A647-875F-4F9F-A360-61E65111A5B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4240" cy="3084120"/>
          </a:xfrm>
          <a:prstGeom prst="rect">
            <a:avLst/>
          </a:prstGeom>
        </p:spPr>
      </p:sp>
      <p:sp>
        <p:nvSpPr>
          <p:cNvPr id="2201"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4560">
              <a:lnSpc>
                <a:spcPct val="100000"/>
              </a:lnSpc>
              <a:tabLst>
                <a:tab algn="l" pos="0"/>
              </a:tabLst>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4560">
              <a:lnSpc>
                <a:spcPct val="100000"/>
              </a:lnSpc>
              <a:tabLst>
                <a:tab algn="l" pos="0"/>
              </a:tabLst>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4560">
              <a:lnSpc>
                <a:spcPct val="100000"/>
              </a:lnSpc>
              <a:tabLst>
                <a:tab algn="l" pos="0"/>
              </a:tabLst>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4560">
              <a:lnSpc>
                <a:spcPct val="100000"/>
              </a:lnSpc>
              <a:tabLst>
                <a:tab algn="l" pos="0"/>
              </a:tabLst>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4560">
              <a:lnSpc>
                <a:spcPct val="100000"/>
              </a:lnSpc>
              <a:tabLst>
                <a:tab algn="l" pos="0"/>
              </a:tabLst>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4560">
              <a:lnSpc>
                <a:spcPct val="100000"/>
              </a:lnSpc>
              <a:tabLst>
                <a:tab algn="l" pos="0"/>
              </a:tabLst>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4560">
              <a:lnSpc>
                <a:spcPct val="100000"/>
              </a:lnSpc>
              <a:tabLst>
                <a:tab algn="l" pos="0"/>
              </a:tabLst>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4560">
              <a:lnSpc>
                <a:spcPct val="100000"/>
              </a:lnSpc>
              <a:tabLst>
                <a:tab algn="l" pos="0"/>
              </a:tabLst>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4560">
              <a:lnSpc>
                <a:spcPct val="100000"/>
              </a:lnSpc>
              <a:tabLst>
                <a:tab algn="l" pos="0"/>
              </a:tabLst>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EC21B10-444B-447D-A6B0-7D86D26B85F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4240" cy="3084120"/>
          </a:xfrm>
          <a:prstGeom prst="rect">
            <a:avLst/>
          </a:prstGeom>
        </p:spPr>
      </p:sp>
      <p:sp>
        <p:nvSpPr>
          <p:cNvPr id="220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4560">
              <a:lnSpc>
                <a:spcPct val="100000"/>
              </a:lnSpc>
              <a:tabLst>
                <a:tab algn="l" pos="0"/>
              </a:tabLst>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4560">
              <a:lnSpc>
                <a:spcPct val="100000"/>
              </a:lnSpc>
              <a:tabLst>
                <a:tab algn="l" pos="0"/>
              </a:tabLst>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4560">
              <a:lnSpc>
                <a:spcPct val="100000"/>
              </a:lnSpc>
              <a:tabLst>
                <a:tab algn="l" pos="0"/>
              </a:tabLst>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4560">
              <a:lnSpc>
                <a:spcPct val="100000"/>
              </a:lnSpc>
              <a:tabLst>
                <a:tab algn="l" pos="0"/>
              </a:tabLst>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4560">
              <a:lnSpc>
                <a:spcPct val="100000"/>
              </a:lnSpc>
              <a:tabLst>
                <a:tab algn="l" pos="0"/>
              </a:tabLst>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420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426620F-2F82-40BA-8DB0-B86217E8E1C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4240" cy="3084120"/>
          </a:xfrm>
          <a:prstGeom prst="rect">
            <a:avLst/>
          </a:prstGeom>
        </p:spPr>
      </p:sp>
      <p:sp>
        <p:nvSpPr>
          <p:cNvPr id="220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4560">
              <a:lnSpc>
                <a:spcPct val="100000"/>
              </a:lnSpc>
              <a:tabLst>
                <a:tab algn="l" pos="0"/>
              </a:tabLst>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4560">
              <a:lnSpc>
                <a:spcPct val="100000"/>
              </a:lnSpc>
              <a:tabLst>
                <a:tab algn="l" pos="0"/>
              </a:tabLst>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4560">
              <a:lnSpc>
                <a:spcPct val="100000"/>
              </a:lnSpc>
              <a:tabLst>
                <a:tab algn="l" pos="0"/>
              </a:tabLst>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4560">
              <a:lnSpc>
                <a:spcPct val="100000"/>
              </a:lnSpc>
              <a:tabLst>
                <a:tab algn="l" pos="0"/>
              </a:tabLst>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420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67C3D2F-3402-4F6A-9704-391AE8CF9A3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4240" cy="3084120"/>
          </a:xfrm>
          <a:prstGeom prst="rect">
            <a:avLst/>
          </a:prstGeom>
        </p:spPr>
      </p:sp>
      <p:sp>
        <p:nvSpPr>
          <p:cNvPr id="2210"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4560">
              <a:lnSpc>
                <a:spcPct val="100000"/>
              </a:lnSpc>
              <a:tabLst>
                <a:tab algn="l" pos="0"/>
              </a:tabLst>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4560">
              <a:lnSpc>
                <a:spcPct val="100000"/>
              </a:lnSpc>
              <a:tabLst>
                <a:tab algn="l" pos="0"/>
              </a:tabLst>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4560">
              <a:lnSpc>
                <a:spcPct val="100000"/>
              </a:lnSpc>
              <a:tabLst>
                <a:tab algn="l" pos="0"/>
              </a:tabLst>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4560">
              <a:lnSpc>
                <a:spcPct val="100000"/>
              </a:lnSpc>
              <a:tabLst>
                <a:tab algn="l" pos="0"/>
              </a:tabLst>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4560">
              <a:lnSpc>
                <a:spcPct val="100000"/>
              </a:lnSpc>
              <a:tabLst>
                <a:tab algn="l" pos="0"/>
              </a:tabLst>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4560">
              <a:lnSpc>
                <a:spcPct val="100000"/>
              </a:lnSpc>
              <a:tabLst>
                <a:tab algn="l" pos="0"/>
              </a:tabLst>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420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D5FDF27-B09A-4AFF-803E-B84CC6555F0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4240" cy="3084120"/>
          </a:xfrm>
          <a:prstGeom prst="rect">
            <a:avLst/>
          </a:prstGeom>
        </p:spPr>
      </p:sp>
      <p:sp>
        <p:nvSpPr>
          <p:cNvPr id="2213"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4560">
              <a:lnSpc>
                <a:spcPct val="100000"/>
              </a:lnSpc>
              <a:tabLst>
                <a:tab algn="l" pos="0"/>
              </a:tabLst>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4560">
              <a:lnSpc>
                <a:spcPct val="100000"/>
              </a:lnSpc>
              <a:tabLst>
                <a:tab algn="l" pos="0"/>
              </a:tabLst>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4560">
              <a:lnSpc>
                <a:spcPct val="100000"/>
              </a:lnSpc>
              <a:tabLst>
                <a:tab algn="l" pos="0"/>
              </a:tabLst>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4560">
              <a:lnSpc>
                <a:spcPct val="100000"/>
              </a:lnSpc>
              <a:tabLst>
                <a:tab algn="l" pos="0"/>
              </a:tabLst>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4560">
              <a:lnSpc>
                <a:spcPct val="100000"/>
              </a:lnSpc>
              <a:tabLst>
                <a:tab algn="l" pos="0"/>
              </a:tabLst>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4560">
              <a:lnSpc>
                <a:spcPct val="100000"/>
              </a:lnSpc>
              <a:tabLst>
                <a:tab algn="l" pos="0"/>
              </a:tabLst>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420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AF8B579-A89A-4B8A-8382-350842B5CDD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4240" cy="3084120"/>
          </a:xfrm>
          <a:prstGeom prst="rect">
            <a:avLst/>
          </a:prstGeom>
        </p:spPr>
      </p:sp>
      <p:sp>
        <p:nvSpPr>
          <p:cNvPr id="2216"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4560">
              <a:lnSpc>
                <a:spcPct val="100000"/>
              </a:lnSpc>
              <a:tabLst>
                <a:tab algn="l" pos="0"/>
              </a:tabLst>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4560">
              <a:lnSpc>
                <a:spcPct val="100000"/>
              </a:lnSpc>
              <a:tabLst>
                <a:tab algn="l" pos="0"/>
              </a:tabLst>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4560">
              <a:lnSpc>
                <a:spcPct val="100000"/>
              </a:lnSpc>
              <a:tabLst>
                <a:tab algn="l" pos="0"/>
              </a:tabLst>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4560">
              <a:lnSpc>
                <a:spcPct val="100000"/>
              </a:lnSpc>
              <a:tabLst>
                <a:tab algn="l" pos="0"/>
              </a:tabLst>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4560">
              <a:lnSpc>
                <a:spcPct val="100000"/>
              </a:lnSpc>
              <a:tabLst>
                <a:tab algn="l" pos="0"/>
              </a:tabLst>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4560">
              <a:lnSpc>
                <a:spcPct val="100000"/>
              </a:lnSpc>
              <a:tabLst>
                <a:tab algn="l" pos="0"/>
              </a:tabLst>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4560">
              <a:lnSpc>
                <a:spcPct val="100000"/>
              </a:lnSpc>
              <a:tabLst>
                <a:tab algn="l" pos="0"/>
              </a:tabLst>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420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7E04259-66CD-4A1F-9EAC-CE463B3CE8C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4240" cy="3084120"/>
          </a:xfrm>
          <a:prstGeom prst="rect">
            <a:avLst/>
          </a:prstGeom>
        </p:spPr>
      </p:sp>
      <p:sp>
        <p:nvSpPr>
          <p:cNvPr id="2219"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4560">
              <a:lnSpc>
                <a:spcPct val="100000"/>
              </a:lnSpc>
              <a:tabLst>
                <a:tab algn="l" pos="0"/>
              </a:tabLst>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4560">
              <a:lnSpc>
                <a:spcPct val="100000"/>
              </a:lnSpc>
              <a:tabLst>
                <a:tab algn="l" pos="0"/>
              </a:tabLst>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4560">
              <a:lnSpc>
                <a:spcPct val="100000"/>
              </a:lnSpc>
              <a:tabLst>
                <a:tab algn="l" pos="0"/>
              </a:tabLst>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4560">
              <a:lnSpc>
                <a:spcPct val="100000"/>
              </a:lnSpc>
              <a:tabLst>
                <a:tab algn="l" pos="0"/>
              </a:tabLst>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4560">
              <a:lnSpc>
                <a:spcPct val="100000"/>
              </a:lnSpc>
              <a:tabLst>
                <a:tab algn="l" pos="0"/>
              </a:tabLst>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4560">
              <a:lnSpc>
                <a:spcPct val="100000"/>
              </a:lnSpc>
              <a:tabLst>
                <a:tab algn="l" pos="0"/>
              </a:tabLst>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420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84D2DD6-B9C2-4D1F-9E49-79BDA273B7F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4240" cy="3084120"/>
          </a:xfrm>
          <a:prstGeom prst="rect">
            <a:avLst/>
          </a:prstGeom>
        </p:spPr>
      </p:sp>
      <p:sp>
        <p:nvSpPr>
          <p:cNvPr id="2222"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4560">
              <a:lnSpc>
                <a:spcPct val="100000"/>
              </a:lnSpc>
              <a:tabLst>
                <a:tab algn="l" pos="0"/>
              </a:tabLst>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4560">
              <a:lnSpc>
                <a:spcPct val="100000"/>
              </a:lnSpc>
              <a:tabLst>
                <a:tab algn="l" pos="0"/>
              </a:tabLst>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4560">
              <a:lnSpc>
                <a:spcPct val="100000"/>
              </a:lnSpc>
              <a:tabLst>
                <a:tab algn="l" pos="0"/>
              </a:tabLst>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4560">
              <a:lnSpc>
                <a:spcPct val="100000"/>
              </a:lnSpc>
              <a:tabLst>
                <a:tab algn="l" pos="0"/>
              </a:tabLst>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4560">
              <a:lnSpc>
                <a:spcPct val="100000"/>
              </a:lnSpc>
              <a:tabLst>
                <a:tab algn="l" pos="0"/>
              </a:tabLst>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4560">
              <a:lnSpc>
                <a:spcPct val="100000"/>
              </a:lnSpc>
              <a:tabLst>
                <a:tab algn="l" pos="0"/>
              </a:tabLst>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4560">
              <a:lnSpc>
                <a:spcPct val="100000"/>
              </a:lnSpc>
              <a:tabLst>
                <a:tab algn="l" pos="0"/>
              </a:tabLst>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420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A9BDB30-0E1F-40C4-B175-25D547A8A43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4240" cy="3084120"/>
          </a:xfrm>
          <a:prstGeom prst="rect">
            <a:avLst/>
          </a:prstGeom>
        </p:spPr>
      </p:sp>
      <p:sp>
        <p:nvSpPr>
          <p:cNvPr id="2225"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4560">
              <a:lnSpc>
                <a:spcPct val="100000"/>
              </a:lnSpc>
              <a:tabLst>
                <a:tab algn="l" pos="0"/>
              </a:tabLst>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4560">
              <a:lnSpc>
                <a:spcPct val="100000"/>
              </a:lnSpc>
              <a:tabLst>
                <a:tab algn="l" pos="0"/>
              </a:tabLst>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4560">
              <a:lnSpc>
                <a:spcPct val="100000"/>
              </a:lnSpc>
              <a:tabLst>
                <a:tab algn="l" pos="0"/>
              </a:tabLst>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4560">
              <a:lnSpc>
                <a:spcPct val="100000"/>
              </a:lnSpc>
              <a:tabLst>
                <a:tab algn="l" pos="0"/>
              </a:tabLst>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4560">
              <a:lnSpc>
                <a:spcPct val="100000"/>
              </a:lnSpc>
              <a:tabLst>
                <a:tab algn="l" pos="0"/>
              </a:tabLst>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backup WITH CHECKSUM no sustituye a DBCC CHECKDB?</a:t>
            </a:r>
            <a:endParaRPr b="0" lang="es-ES" sz="2000" spc="-1" strike="noStrike">
              <a:latin typeface="Arial"/>
            </a:endParaRPr>
          </a:p>
          <a:p>
            <a:pPr marL="216000" indent="-214560">
              <a:lnSpc>
                <a:spcPct val="100000"/>
              </a:lnSpc>
              <a:tabLst>
                <a:tab algn="l" pos="0"/>
              </a:tabLst>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420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FF95267-D1CC-446D-AD2E-1352F2044EE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4240" cy="3084120"/>
          </a:xfrm>
          <a:prstGeom prst="rect">
            <a:avLst/>
          </a:prstGeom>
        </p:spPr>
      </p:sp>
      <p:sp>
        <p:nvSpPr>
          <p:cNvPr id="2228"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4560">
              <a:lnSpc>
                <a:spcPct val="100000"/>
              </a:lnSpc>
              <a:tabLst>
                <a:tab algn="l" pos="0"/>
              </a:tabLst>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4560">
              <a:lnSpc>
                <a:spcPct val="100000"/>
              </a:lnSpc>
              <a:tabLst>
                <a:tab algn="l" pos="0"/>
              </a:tabLst>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4560">
              <a:lnSpc>
                <a:spcPct val="100000"/>
              </a:lnSpc>
              <a:tabLst>
                <a:tab algn="l" pos="0"/>
              </a:tabLst>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4560">
              <a:lnSpc>
                <a:spcPct val="100000"/>
              </a:lnSpc>
              <a:tabLst>
                <a:tab algn="l" pos="0"/>
              </a:tabLst>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4560">
              <a:lnSpc>
                <a:spcPct val="100000"/>
              </a:lnSpc>
              <a:tabLst>
                <a:tab algn="l" pos="0"/>
              </a:tabLst>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4560">
              <a:lnSpc>
                <a:spcPct val="100000"/>
              </a:lnSpc>
              <a:tabLst>
                <a:tab algn="l" pos="0"/>
              </a:tabLst>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420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F7FB849-E37E-4862-A2AA-1A9635B40D8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4240" cy="3084120"/>
          </a:xfrm>
          <a:prstGeom prst="rect">
            <a:avLst/>
          </a:prstGeom>
        </p:spPr>
      </p:sp>
      <p:sp>
        <p:nvSpPr>
          <p:cNvPr id="2231"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4560">
              <a:lnSpc>
                <a:spcPct val="100000"/>
              </a:lnSpc>
              <a:tabLst>
                <a:tab algn="l" pos="0"/>
              </a:tabLst>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4560">
              <a:lnSpc>
                <a:spcPct val="100000"/>
              </a:lnSpc>
              <a:tabLst>
                <a:tab algn="l" pos="0"/>
              </a:tabLst>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4560">
              <a:lnSpc>
                <a:spcPct val="100000"/>
              </a:lnSpc>
              <a:tabLst>
                <a:tab algn="l" pos="0"/>
              </a:tabLst>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4560">
              <a:lnSpc>
                <a:spcPct val="100000"/>
              </a:lnSpc>
              <a:tabLst>
                <a:tab algn="l" pos="0"/>
              </a:tabLst>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4560">
              <a:lnSpc>
                <a:spcPct val="100000"/>
              </a:lnSpc>
              <a:tabLst>
                <a:tab algn="l" pos="0"/>
              </a:tabLst>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4560">
              <a:lnSpc>
                <a:spcPct val="100000"/>
              </a:lnSpc>
              <a:tabLst>
                <a:tab algn="l" pos="0"/>
              </a:tabLst>
            </a:pPr>
            <a:r>
              <a:rPr b="0" lang="en-US" sz="2000" spc="-1" strike="noStrike">
                <a:latin typeface="Arial"/>
              </a:rPr>
              <a:t>- ¿Cómo te enterarías de que un job de backup lleva tres noches sin ejecutarse?</a:t>
            </a:r>
            <a:endParaRPr b="0" lang="es-ES" sz="2000" spc="-1" strike="noStrike">
              <a:latin typeface="Arial"/>
            </a:endParaRPr>
          </a:p>
          <a:p>
            <a:pPr marL="216000" indent="-21420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0557582-8F2C-4013-BB57-56B6B359560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4240" cy="3084120"/>
          </a:xfrm>
          <a:prstGeom prst="rect">
            <a:avLst/>
          </a:prstGeom>
        </p:spPr>
      </p:sp>
      <p:sp>
        <p:nvSpPr>
          <p:cNvPr id="223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4560">
              <a:lnSpc>
                <a:spcPct val="100000"/>
              </a:lnSpc>
              <a:tabLst>
                <a:tab algn="l" pos="0"/>
              </a:tabLst>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4560">
              <a:lnSpc>
                <a:spcPct val="100000"/>
              </a:lnSpc>
              <a:tabLst>
                <a:tab algn="l" pos="0"/>
              </a:tabLst>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4560">
              <a:lnSpc>
                <a:spcPct val="100000"/>
              </a:lnSpc>
              <a:tabLst>
                <a:tab algn="l" pos="0"/>
              </a:tabLst>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4560">
              <a:lnSpc>
                <a:spcPct val="100000"/>
              </a:lnSpc>
              <a:tabLst>
                <a:tab algn="l" pos="0"/>
              </a:tabLst>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4560">
              <a:lnSpc>
                <a:spcPct val="100000"/>
              </a:lnSpc>
              <a:tabLst>
                <a:tab algn="l" pos="0"/>
              </a:tabLst>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4560">
              <a:lnSpc>
                <a:spcPct val="100000"/>
              </a:lnSpc>
              <a:tabLst>
                <a:tab algn="l" pos="0"/>
              </a:tabLst>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420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E88990E-3C4B-42C3-8F69-595F62EFD47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4240" cy="3084120"/>
          </a:xfrm>
          <a:prstGeom prst="rect">
            <a:avLst/>
          </a:prstGeom>
        </p:spPr>
      </p:sp>
      <p:sp>
        <p:nvSpPr>
          <p:cNvPr id="223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4560">
              <a:lnSpc>
                <a:spcPct val="100000"/>
              </a:lnSpc>
              <a:tabLst>
                <a:tab algn="l" pos="0"/>
              </a:tabLst>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4560">
              <a:lnSpc>
                <a:spcPct val="100000"/>
              </a:lnSpc>
              <a:tabLst>
                <a:tab algn="l" pos="0"/>
              </a:tabLst>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4560">
              <a:lnSpc>
                <a:spcPct val="100000"/>
              </a:lnSpc>
              <a:tabLst>
                <a:tab algn="l" pos="0"/>
              </a:tabLst>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4560">
              <a:lnSpc>
                <a:spcPct val="100000"/>
              </a:lnSpc>
              <a:tabLst>
                <a:tab algn="l" pos="0"/>
              </a:tabLst>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4560">
              <a:lnSpc>
                <a:spcPct val="100000"/>
              </a:lnSpc>
              <a:tabLst>
                <a:tab algn="l" pos="0"/>
              </a:tabLst>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4560">
              <a:lnSpc>
                <a:spcPct val="100000"/>
              </a:lnSpc>
              <a:tabLst>
                <a:tab algn="l" pos="0"/>
              </a:tabLst>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420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8720848-2683-4984-80B1-2AF7D1D2852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4240" cy="3084120"/>
          </a:xfrm>
          <a:prstGeom prst="rect">
            <a:avLst/>
          </a:prstGeom>
        </p:spPr>
      </p:sp>
      <p:sp>
        <p:nvSpPr>
          <p:cNvPr id="2240"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4560">
              <a:lnSpc>
                <a:spcPct val="100000"/>
              </a:lnSpc>
              <a:tabLst>
                <a:tab algn="l" pos="0"/>
              </a:tabLst>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4560">
              <a:lnSpc>
                <a:spcPct val="100000"/>
              </a:lnSpc>
              <a:tabLst>
                <a:tab algn="l" pos="0"/>
              </a:tabLst>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4560">
              <a:lnSpc>
                <a:spcPct val="100000"/>
              </a:lnSpc>
              <a:tabLst>
                <a:tab algn="l" pos="0"/>
              </a:tabLst>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4560">
              <a:lnSpc>
                <a:spcPct val="100000"/>
              </a:lnSpc>
              <a:tabLst>
                <a:tab algn="l" pos="0"/>
              </a:tabLst>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4560">
              <a:lnSpc>
                <a:spcPct val="100000"/>
              </a:lnSpc>
              <a:tabLst>
                <a:tab algn="l" pos="0"/>
              </a:tabLst>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4560">
              <a:lnSpc>
                <a:spcPct val="100000"/>
              </a:lnSpc>
              <a:tabLst>
                <a:tab algn="l" pos="0"/>
              </a:tabLst>
            </a:pPr>
            <a:r>
              <a:rPr b="0" lang="en-US" sz="2000" spc="-1" strike="noStrike">
                <a:latin typeface="Arial"/>
              </a:rPr>
              <a:t>- ¿Qué gana y qué pierde Ventas al activar RCSI? ¿Quién paga el coste?</a:t>
            </a:r>
            <a:endParaRPr b="0" lang="es-ES" sz="2000" spc="-1" strike="noStrike">
              <a:latin typeface="Arial"/>
            </a:endParaRPr>
          </a:p>
          <a:p>
            <a:pPr marL="216000" indent="-21420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CFC7BC0-E20A-47E2-AFAC-8509DFEF1D6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4240" cy="3084120"/>
          </a:xfrm>
          <a:prstGeom prst="rect">
            <a:avLst/>
          </a:prstGeom>
        </p:spPr>
      </p:sp>
      <p:sp>
        <p:nvSpPr>
          <p:cNvPr id="2243"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4560">
              <a:lnSpc>
                <a:spcPct val="100000"/>
              </a:lnSpc>
              <a:tabLst>
                <a:tab algn="l" pos="0"/>
              </a:tabLst>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4560">
              <a:lnSpc>
                <a:spcPct val="100000"/>
              </a:lnSpc>
              <a:tabLst>
                <a:tab algn="l" pos="0"/>
              </a:tabLst>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4560">
              <a:lnSpc>
                <a:spcPct val="100000"/>
              </a:lnSpc>
              <a:tabLst>
                <a:tab algn="l" pos="0"/>
              </a:tabLst>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4560">
              <a:lnSpc>
                <a:spcPct val="100000"/>
              </a:lnSpc>
              <a:tabLst>
                <a:tab algn="l" pos="0"/>
              </a:tabLst>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4560">
              <a:lnSpc>
                <a:spcPct val="100000"/>
              </a:lnSpc>
              <a:tabLst>
                <a:tab algn="l" pos="0"/>
              </a:tabLst>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420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BFADD12-9144-407C-B65B-1D5B06A0DF0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4240" cy="3084120"/>
          </a:xfrm>
          <a:prstGeom prst="rect">
            <a:avLst/>
          </a:prstGeom>
        </p:spPr>
      </p:sp>
      <p:sp>
        <p:nvSpPr>
          <p:cNvPr id="2246"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4560">
              <a:lnSpc>
                <a:spcPct val="100000"/>
              </a:lnSpc>
              <a:tabLst>
                <a:tab algn="l" pos="0"/>
              </a:tabLst>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4560">
              <a:lnSpc>
                <a:spcPct val="100000"/>
              </a:lnSpc>
              <a:tabLst>
                <a:tab algn="l" pos="0"/>
              </a:tabLst>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4560">
              <a:lnSpc>
                <a:spcPct val="100000"/>
              </a:lnSpc>
              <a:tabLst>
                <a:tab algn="l" pos="0"/>
              </a:tabLst>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4560">
              <a:lnSpc>
                <a:spcPct val="100000"/>
              </a:lnSpc>
              <a:tabLst>
                <a:tab algn="l" pos="0"/>
              </a:tabLst>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4560">
              <a:lnSpc>
                <a:spcPct val="100000"/>
              </a:lnSpc>
              <a:tabLst>
                <a:tab algn="l" pos="0"/>
              </a:tabLst>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420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84B298A-35C8-4C38-A01C-887BD8968BC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4240" cy="3084120"/>
          </a:xfrm>
          <a:prstGeom prst="rect">
            <a:avLst/>
          </a:prstGeom>
        </p:spPr>
      </p:sp>
      <p:sp>
        <p:nvSpPr>
          <p:cNvPr id="2249"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4560">
              <a:lnSpc>
                <a:spcPct val="100000"/>
              </a:lnSpc>
              <a:tabLst>
                <a:tab algn="l" pos="0"/>
              </a:tabLst>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4560">
              <a:lnSpc>
                <a:spcPct val="100000"/>
              </a:lnSpc>
              <a:tabLst>
                <a:tab algn="l" pos="0"/>
              </a:tabLst>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4560">
              <a:lnSpc>
                <a:spcPct val="100000"/>
              </a:lnSpc>
              <a:tabLst>
                <a:tab algn="l" pos="0"/>
              </a:tabLst>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4560">
              <a:lnSpc>
                <a:spcPct val="100000"/>
              </a:lnSpc>
              <a:tabLst>
                <a:tab algn="l" pos="0"/>
              </a:tabLst>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4560">
              <a:lnSpc>
                <a:spcPct val="100000"/>
              </a:lnSpc>
              <a:tabLst>
                <a:tab algn="l" pos="0"/>
              </a:tabLst>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420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96B52EC-E6B0-4233-A553-C3248A0D7D5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4240" cy="3084120"/>
          </a:xfrm>
          <a:prstGeom prst="rect">
            <a:avLst/>
          </a:prstGeom>
        </p:spPr>
      </p:sp>
      <p:sp>
        <p:nvSpPr>
          <p:cNvPr id="2252"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4560">
              <a:lnSpc>
                <a:spcPct val="100000"/>
              </a:lnSpc>
              <a:tabLst>
                <a:tab algn="l" pos="0"/>
              </a:tabLst>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4560">
              <a:lnSpc>
                <a:spcPct val="100000"/>
              </a:lnSpc>
              <a:tabLst>
                <a:tab algn="l" pos="0"/>
              </a:tabLst>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4560">
              <a:lnSpc>
                <a:spcPct val="100000"/>
              </a:lnSpc>
              <a:tabLst>
                <a:tab algn="l" pos="0"/>
              </a:tabLst>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4560">
              <a:lnSpc>
                <a:spcPct val="100000"/>
              </a:lnSpc>
              <a:tabLst>
                <a:tab algn="l" pos="0"/>
              </a:tabLst>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4560">
              <a:lnSpc>
                <a:spcPct val="100000"/>
              </a:lnSpc>
              <a:tabLst>
                <a:tab algn="l" pos="0"/>
              </a:tabLst>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ocurre si se lanza BACKUP LOG antes del primer Full? ¿Por qué?</a:t>
            </a:r>
            <a:endParaRPr b="0" lang="es-ES" sz="2000" spc="-1" strike="noStrike">
              <a:latin typeface="Arial"/>
            </a:endParaRPr>
          </a:p>
          <a:p>
            <a:pPr marL="216000" indent="-214560">
              <a:lnSpc>
                <a:spcPct val="100000"/>
              </a:lnSpc>
              <a:tabLst>
                <a:tab algn="l" pos="0"/>
              </a:tabLst>
            </a:pPr>
            <a:r>
              <a:rPr b="0" lang="en-US" sz="2000" spc="-1" strike="noStrike">
                <a:latin typeface="Arial"/>
              </a:rPr>
              <a:t>- ¿Qué contiene el diferencial respecto del log backup anterior?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4560">
              <a:lnSpc>
                <a:spcPct val="100000"/>
              </a:lnSpc>
              <a:tabLst>
                <a:tab algn="l" pos="0"/>
              </a:tabLst>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4560">
              <a:lnSpc>
                <a:spcPct val="100000"/>
              </a:lnSpc>
              <a:tabLst>
                <a:tab algn="l" pos="0"/>
              </a:tabLst>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4560">
              <a:lnSpc>
                <a:spcPct val="100000"/>
              </a:lnSpc>
              <a:tabLst>
                <a:tab algn="l" pos="0"/>
              </a:tabLst>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F82E9EF-1097-4FAF-A63C-8B56BF62047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4240" cy="3084120"/>
          </a:xfrm>
          <a:prstGeom prst="rect">
            <a:avLst/>
          </a:prstGeom>
        </p:spPr>
      </p:sp>
      <p:sp>
        <p:nvSpPr>
          <p:cNvPr id="2255"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4560">
              <a:lnSpc>
                <a:spcPct val="100000"/>
              </a:lnSpc>
              <a:tabLst>
                <a:tab algn="l" pos="0"/>
              </a:tabLst>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4560">
              <a:lnSpc>
                <a:spcPct val="100000"/>
              </a:lnSpc>
              <a:tabLst>
                <a:tab algn="l" pos="0"/>
              </a:tabLst>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4560">
              <a:lnSpc>
                <a:spcPct val="100000"/>
              </a:lnSpc>
              <a:tabLst>
                <a:tab algn="l" pos="0"/>
              </a:tabLst>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4560">
              <a:lnSpc>
                <a:spcPct val="100000"/>
              </a:lnSpc>
              <a:tabLst>
                <a:tab algn="l" pos="0"/>
              </a:tabLst>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hay que hacer el tail-log ANTES de empezar a restaurar?</a:t>
            </a:r>
            <a:endParaRPr b="0" lang="es-ES" sz="2000" spc="-1" strike="noStrike">
              <a:latin typeface="Arial"/>
            </a:endParaRPr>
          </a:p>
          <a:p>
            <a:pPr marL="216000" indent="-214560">
              <a:lnSpc>
                <a:spcPct val="100000"/>
              </a:lnSpc>
              <a:tabLst>
                <a:tab algn="l" pos="0"/>
              </a:tabLst>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4560">
              <a:lnSpc>
                <a:spcPct val="100000"/>
              </a:lnSpc>
              <a:tabLst>
                <a:tab algn="l" pos="0"/>
              </a:tabLst>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4560">
              <a:lnSpc>
                <a:spcPct val="100000"/>
              </a:lnSpc>
              <a:tabLst>
                <a:tab algn="l" pos="0"/>
              </a:tabLst>
            </a:pPr>
            <a:r>
              <a:rPr b="0" lang="en-US" sz="2000" spc="-1" strike="noStrike">
                <a:latin typeface="Arial"/>
              </a:rPr>
              <a:t>- Paso 3: ejecutar el «accidente»: DELETE FROM dbo.Pedido; y comprobar COUNT(*) = 0.</a:t>
            </a:r>
            <a:endParaRPr b="0" lang="es-ES" sz="2000" spc="-1" strike="noStrike">
              <a:latin typeface="Arial"/>
            </a:endParaRPr>
          </a:p>
          <a:p>
            <a:pPr marL="216000" indent="-214560">
              <a:lnSpc>
                <a:spcPct val="100000"/>
              </a:lnSpc>
              <a:tabLst>
                <a:tab algn="l" pos="0"/>
              </a:tabLst>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8AD72DB-7F8A-42B6-B66C-D697B22A870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4240" cy="3084120"/>
          </a:xfrm>
          <a:prstGeom prst="rect">
            <a:avLst/>
          </a:prstGeom>
        </p:spPr>
      </p:sp>
      <p:sp>
        <p:nvSpPr>
          <p:cNvPr id="2258"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4560">
              <a:lnSpc>
                <a:spcPct val="100000"/>
              </a:lnSpc>
              <a:tabLst>
                <a:tab algn="l" pos="0"/>
              </a:tabLst>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4560">
              <a:lnSpc>
                <a:spcPct val="100000"/>
              </a:lnSpc>
              <a:tabLst>
                <a:tab algn="l" pos="0"/>
              </a:tabLst>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4560">
              <a:lnSpc>
                <a:spcPct val="100000"/>
              </a:lnSpc>
              <a:tabLst>
                <a:tab algn="l" pos="0"/>
              </a:tabLst>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4560">
              <a:lnSpc>
                <a:spcPct val="100000"/>
              </a:lnSpc>
              <a:tabLst>
                <a:tab algn="l" pos="0"/>
              </a:tabLst>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4560">
              <a:lnSpc>
                <a:spcPct val="100000"/>
              </a:lnSpc>
              <a:tabLst>
                <a:tab algn="l" pos="0"/>
              </a:tabLst>
            </a:pPr>
            <a:r>
              <a:rPr b="0" lang="en-US" sz="2000" spc="-1" strike="noStrike">
                <a:latin typeface="Arial"/>
              </a:rPr>
              <a:t>- Si el COUNT(*) es menor que el baseline, ¿qué hipótesis comprobarías primero?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4560">
              <a:lnSpc>
                <a:spcPct val="100000"/>
              </a:lnSpc>
              <a:tabLst>
                <a:tab algn="l" pos="0"/>
              </a:tabLst>
            </a:pPr>
            <a:r>
              <a:rPr b="0" lang="en-US" sz="2000" spc="-1" strike="noStrike">
                <a:latin typeface="Arial"/>
              </a:rPr>
              <a:t>- Paso 2: RESTORE DATABASE Ventas FROM DISK = Ventas_L4_DIFF.bak WITH NORECOVERY.</a:t>
            </a:r>
            <a:endParaRPr b="0" lang="es-ES" sz="2000" spc="-1" strike="noStrike">
              <a:latin typeface="Arial"/>
            </a:endParaRPr>
          </a:p>
          <a:p>
            <a:pPr marL="216000" indent="-214560">
              <a:lnSpc>
                <a:spcPct val="100000"/>
              </a:lnSpc>
              <a:tabLst>
                <a:tab algn="l" pos="0"/>
              </a:tabLst>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4560">
              <a:lnSpc>
                <a:spcPct val="100000"/>
              </a:lnSpc>
              <a:tabLst>
                <a:tab algn="l" pos="0"/>
              </a:tabLst>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4560">
              <a:lnSpc>
                <a:spcPct val="100000"/>
              </a:lnSpc>
              <a:tabLst>
                <a:tab algn="l" pos="0"/>
              </a:tabLst>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947730F-DBC6-4137-B94C-88C7EB462C1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4240" cy="3084120"/>
          </a:xfrm>
          <a:prstGeom prst="rect">
            <a:avLst/>
          </a:prstGeom>
        </p:spPr>
      </p:sp>
      <p:sp>
        <p:nvSpPr>
          <p:cNvPr id="2261"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4560">
              <a:lnSpc>
                <a:spcPct val="100000"/>
              </a:lnSpc>
              <a:tabLst>
                <a:tab algn="l" pos="0"/>
              </a:tabLst>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4560">
              <a:lnSpc>
                <a:spcPct val="100000"/>
              </a:lnSpc>
              <a:tabLst>
                <a:tab algn="l" pos="0"/>
              </a:tabLst>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4560">
              <a:lnSpc>
                <a:spcPct val="100000"/>
              </a:lnSpc>
              <a:tabLst>
                <a:tab algn="l" pos="0"/>
              </a:tabLst>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4560">
              <a:lnSpc>
                <a:spcPct val="100000"/>
              </a:lnSpc>
              <a:tabLst>
                <a:tab algn="l" pos="0"/>
              </a:tabLst>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4560">
              <a:lnSpc>
                <a:spcPct val="100000"/>
              </a:lnSpc>
              <a:tabLst>
                <a:tab algn="l" pos="0"/>
              </a:tabLst>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4560">
              <a:lnSpc>
                <a:spcPct val="100000"/>
              </a:lnSpc>
              <a:tabLst>
                <a:tab algn="l" pos="0"/>
              </a:tabLst>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4560">
              <a:lnSpc>
                <a:spcPct val="100000"/>
              </a:lnSpc>
              <a:tabLst>
                <a:tab algn="l" pos="0"/>
              </a:tabLst>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4560">
              <a:lnSpc>
                <a:spcPct val="100000"/>
              </a:lnSpc>
              <a:tabLst>
                <a:tab algn="l" pos="0"/>
              </a:tabLst>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4560">
              <a:lnSpc>
                <a:spcPct val="100000"/>
              </a:lnSpc>
              <a:tabLst>
                <a:tab algn="l" pos="0"/>
              </a:tabLst>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4560">
              <a:lnSpc>
                <a:spcPct val="100000"/>
              </a:lnSpc>
              <a:tabLst>
                <a:tab algn="l" pos="0"/>
              </a:tabLst>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4560">
              <a:lnSpc>
                <a:spcPct val="100000"/>
              </a:lnSpc>
              <a:tabLst>
                <a:tab algn="l" pos="0"/>
              </a:tabLst>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4560">
              <a:lnSpc>
                <a:spcPct val="100000"/>
              </a:lnSpc>
              <a:tabLst>
                <a:tab algn="l" pos="0"/>
              </a:tabLst>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420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83A2059-36B7-45D0-B40A-B6145A124C4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4240" cy="3084120"/>
          </a:xfrm>
          <a:prstGeom prst="rect">
            <a:avLst/>
          </a:prstGeom>
        </p:spPr>
      </p:sp>
      <p:sp>
        <p:nvSpPr>
          <p:cNvPr id="2264"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4560">
              <a:lnSpc>
                <a:spcPct val="100000"/>
              </a:lnSpc>
              <a:tabLst>
                <a:tab algn="l" pos="0"/>
              </a:tabLst>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4560">
              <a:lnSpc>
                <a:spcPct val="100000"/>
              </a:lnSpc>
              <a:tabLst>
                <a:tab algn="l" pos="0"/>
              </a:tabLst>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4560">
              <a:lnSpc>
                <a:spcPct val="100000"/>
              </a:lnSpc>
              <a:tabLst>
                <a:tab algn="l" pos="0"/>
              </a:tabLst>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4560">
              <a:lnSpc>
                <a:spcPct val="100000"/>
              </a:lnSpc>
              <a:tabLst>
                <a:tab algn="l" pos="0"/>
              </a:tabLst>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4560">
              <a:lnSpc>
                <a:spcPct val="100000"/>
              </a:lnSpc>
              <a:tabLst>
                <a:tab algn="l" pos="0"/>
              </a:tabLst>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420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E87ECE3-A9F2-4D64-8592-D23FB6F2831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4240" cy="3084120"/>
          </a:xfrm>
          <a:prstGeom prst="rect">
            <a:avLst/>
          </a:prstGeom>
        </p:spPr>
      </p:sp>
      <p:sp>
        <p:nvSpPr>
          <p:cNvPr id="2267" name="PlaceHolder 2"/>
          <p:cNvSpPr>
            <a:spLocks noGrp="1"/>
          </p:cNvSpPr>
          <p:nvPr>
            <p:ph type="body"/>
          </p:nvPr>
        </p:nvSpPr>
        <p:spPr>
          <a:xfrm>
            <a:off x="685800" y="4400640"/>
            <a:ext cx="5484240" cy="3598200"/>
          </a:xfrm>
          <a:prstGeom prst="rect">
            <a:avLst/>
          </a:prstGeom>
        </p:spPr>
        <p:txBody>
          <a:bodyPr lIns="0" rIns="0" tIns="0" bIns="0">
            <a:noAutofit/>
          </a:bodyPr>
          <a:p>
            <a:pPr marL="216000" indent="-21456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560">
              <a:lnSpc>
                <a:spcPct val="100000"/>
              </a:lnSpc>
              <a:tabLst>
                <a:tab algn="l" pos="0"/>
              </a:tabLst>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560">
              <a:lnSpc>
                <a:spcPct val="100000"/>
              </a:lnSpc>
              <a:tabLst>
                <a:tab algn="l" pos="0"/>
              </a:tabLst>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4560">
              <a:lnSpc>
                <a:spcPct val="100000"/>
              </a:lnSpc>
              <a:tabLst>
                <a:tab algn="l" pos="0"/>
              </a:tabLst>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4560">
              <a:lnSpc>
                <a:spcPct val="100000"/>
              </a:lnSpc>
              <a:tabLst>
                <a:tab algn="l" pos="0"/>
              </a:tabLst>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4560">
              <a:lnSpc>
                <a:spcPct val="100000"/>
              </a:lnSpc>
              <a:tabLst>
                <a:tab algn="l" pos="0"/>
              </a:tabLst>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4560">
              <a:lnSpc>
                <a:spcPct val="100000"/>
              </a:lnSpc>
              <a:tabLst>
                <a:tab algn="l" pos="0"/>
              </a:tabLst>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4560">
              <a:lnSpc>
                <a:spcPct val="100000"/>
              </a:lnSpc>
              <a:tabLst>
                <a:tab algn="l" pos="0"/>
              </a:tabLst>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4560">
              <a:lnSpc>
                <a:spcPct val="100000"/>
              </a:lnSpc>
              <a:tabLst>
                <a:tab algn="l" pos="0"/>
              </a:tabLst>
            </a:pPr>
            <a:endParaRPr b="0" lang="es-ES" sz="2000" spc="-1" strike="noStrike">
              <a:latin typeface="Arial"/>
            </a:endParaRPr>
          </a:p>
          <a:p>
            <a:pPr marL="216000" indent="-21456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420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69640" cy="45648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57E4E8D-D394-4D18-9132-65618001D8A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Pulse para editar el formato del texto de 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2720" cy="475272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4000" cy="356400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0960" cy="210096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49400" cy="1049400"/>
          </a:xfrm>
          <a:prstGeom prst="rect">
            <a:avLst/>
          </a:prstGeom>
          <a:ln>
            <a:noFill/>
          </a:ln>
        </p:spPr>
      </p:pic>
      <p:sp>
        <p:nvSpPr>
          <p:cNvPr id="48" name="CustomShape 4"/>
          <p:cNvSpPr/>
          <p:nvPr/>
        </p:nvSpPr>
        <p:spPr>
          <a:xfrm>
            <a:off x="7498080" y="1143000"/>
            <a:ext cx="637920" cy="63792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7880" cy="317880"/>
          </a:xfrm>
          <a:prstGeom prst="rect">
            <a:avLst/>
          </a:prstGeom>
          <a:ln>
            <a:noFill/>
          </a:ln>
        </p:spPr>
      </p:pic>
      <p:sp>
        <p:nvSpPr>
          <p:cNvPr id="50" name="CustomShape 5"/>
          <p:cNvSpPr/>
          <p:nvPr/>
        </p:nvSpPr>
        <p:spPr>
          <a:xfrm>
            <a:off x="10972800" y="1417320"/>
            <a:ext cx="637920" cy="63792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7880" cy="317880"/>
          </a:xfrm>
          <a:prstGeom prst="rect">
            <a:avLst/>
          </a:prstGeom>
          <a:ln>
            <a:noFill/>
          </a:ln>
        </p:spPr>
      </p:pic>
      <p:sp>
        <p:nvSpPr>
          <p:cNvPr id="52" name="CustomShape 6"/>
          <p:cNvSpPr/>
          <p:nvPr/>
        </p:nvSpPr>
        <p:spPr>
          <a:xfrm>
            <a:off x="7818120" y="4709160"/>
            <a:ext cx="637920" cy="63792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7880" cy="317880"/>
          </a:xfrm>
          <a:prstGeom prst="rect">
            <a:avLst/>
          </a:prstGeom>
          <a:ln>
            <a:noFill/>
          </a:ln>
        </p:spPr>
      </p:pic>
      <p:sp>
        <p:nvSpPr>
          <p:cNvPr id="54" name="CustomShape 7"/>
          <p:cNvSpPr/>
          <p:nvPr/>
        </p:nvSpPr>
        <p:spPr>
          <a:xfrm>
            <a:off x="10835640" y="4617720"/>
            <a:ext cx="637920" cy="63792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7880" cy="317880"/>
          </a:xfrm>
          <a:prstGeom prst="rect">
            <a:avLst/>
          </a:prstGeom>
          <a:ln>
            <a:noFill/>
          </a:ln>
        </p:spPr>
      </p:pic>
      <p:sp>
        <p:nvSpPr>
          <p:cNvPr id="56" name="CustomShape 8"/>
          <p:cNvSpPr/>
          <p:nvPr/>
        </p:nvSpPr>
        <p:spPr>
          <a:xfrm>
            <a:off x="731520" y="1463040"/>
            <a:ext cx="2923920" cy="326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3"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398640" cy="2009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5760" cy="91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4000" cy="173520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8240" cy="8665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8240" cy="692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4000" cy="173520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8240" cy="8665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8240" cy="692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4000" cy="173520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8240" cy="8665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8240" cy="692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4000" cy="173520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8240" cy="8665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8240" cy="692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4000" cy="173520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8240" cy="8665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8240" cy="692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7920" cy="255816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6480" cy="54648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2160" cy="272160"/>
          </a:xfrm>
          <a:prstGeom prst="rect">
            <a:avLst/>
          </a:prstGeom>
          <a:ln>
            <a:noFill/>
          </a:ln>
        </p:spPr>
      </p:pic>
      <p:sp>
        <p:nvSpPr>
          <p:cNvPr id="83" name="CustomShape 22"/>
          <p:cNvSpPr/>
          <p:nvPr/>
        </p:nvSpPr>
        <p:spPr>
          <a:xfrm>
            <a:off x="1463040" y="384048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0720" cy="136944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7920" cy="255816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6480" cy="54648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2160" cy="272160"/>
          </a:xfrm>
          <a:prstGeom prst="rect">
            <a:avLst/>
          </a:prstGeom>
          <a:ln>
            <a:noFill/>
          </a:ln>
        </p:spPr>
      </p:pic>
      <p:sp>
        <p:nvSpPr>
          <p:cNvPr id="88" name="CustomShape 26"/>
          <p:cNvSpPr/>
          <p:nvPr/>
        </p:nvSpPr>
        <p:spPr>
          <a:xfrm>
            <a:off x="7147440" y="384048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0720" cy="136944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3240" cy="264960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2160" cy="272160"/>
          </a:xfrm>
          <a:prstGeom prst="rect">
            <a:avLst/>
          </a:prstGeom>
          <a:ln>
            <a:noFill/>
          </a:ln>
        </p:spPr>
      </p:pic>
      <p:sp>
        <p:nvSpPr>
          <p:cNvPr id="97" name="CustomShape 7"/>
          <p:cNvSpPr/>
          <p:nvPr/>
        </p:nvSpPr>
        <p:spPr>
          <a:xfrm>
            <a:off x="146304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6040" cy="146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3240" cy="264960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6480" cy="54648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2160" cy="272160"/>
          </a:xfrm>
          <a:prstGeom prst="rect">
            <a:avLst/>
          </a:prstGeom>
          <a:ln>
            <a:noFill/>
          </a:ln>
        </p:spPr>
      </p:pic>
      <p:sp>
        <p:nvSpPr>
          <p:cNvPr id="102" name="CustomShape 11"/>
          <p:cNvSpPr/>
          <p:nvPr/>
        </p:nvSpPr>
        <p:spPr>
          <a:xfrm>
            <a:off x="525276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6040" cy="146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3240" cy="264960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6480" cy="54648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2160" cy="272160"/>
          </a:xfrm>
          <a:prstGeom prst="rect">
            <a:avLst/>
          </a:prstGeom>
          <a:ln>
            <a:noFill/>
          </a:ln>
        </p:spPr>
      </p:pic>
      <p:sp>
        <p:nvSpPr>
          <p:cNvPr id="107" name="CustomShape 15"/>
          <p:cNvSpPr/>
          <p:nvPr/>
        </p:nvSpPr>
        <p:spPr>
          <a:xfrm>
            <a:off x="904212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6040" cy="146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2320" cy="91224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5040" cy="45504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6440" cy="226440"/>
          </a:xfrm>
          <a:prstGeom prst="rect">
            <a:avLst/>
          </a:prstGeom>
          <a:ln>
            <a:noFill/>
          </a:ln>
        </p:spPr>
      </p:pic>
      <p:sp>
        <p:nvSpPr>
          <p:cNvPr id="112" name="CustomShape 19"/>
          <p:cNvSpPr/>
          <p:nvPr/>
        </p:nvSpPr>
        <p:spPr>
          <a:xfrm>
            <a:off x="1371600" y="4572000"/>
            <a:ext cx="1008648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2320" cy="91224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5040" cy="45504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6440" cy="226440"/>
          </a:xfrm>
          <a:prstGeom prst="rect">
            <a:avLst/>
          </a:prstGeom>
          <a:ln>
            <a:noFill/>
          </a:ln>
        </p:spPr>
      </p:pic>
      <p:sp>
        <p:nvSpPr>
          <p:cNvPr id="116" name="CustomShape 22"/>
          <p:cNvSpPr/>
          <p:nvPr/>
        </p:nvSpPr>
        <p:spPr>
          <a:xfrm>
            <a:off x="1371600" y="5212080"/>
            <a:ext cx="1008648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280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7920" cy="63792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7880" cy="317880"/>
          </a:xfrm>
          <a:prstGeom prst="rect">
            <a:avLst/>
          </a:prstGeom>
          <a:ln>
            <a:noFill/>
          </a:ln>
        </p:spPr>
      </p:pic>
      <p:sp>
        <p:nvSpPr>
          <p:cNvPr id="124" name="CustomShape 7"/>
          <p:cNvSpPr/>
          <p:nvPr/>
        </p:nvSpPr>
        <p:spPr>
          <a:xfrm>
            <a:off x="1645920" y="1691640"/>
            <a:ext cx="4066920" cy="118656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280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7920" cy="63792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7880" cy="317880"/>
          </a:xfrm>
          <a:prstGeom prst="rect">
            <a:avLst/>
          </a:prstGeom>
          <a:ln>
            <a:noFill/>
          </a:ln>
        </p:spPr>
      </p:pic>
      <p:sp>
        <p:nvSpPr>
          <p:cNvPr id="128" name="CustomShape 10"/>
          <p:cNvSpPr/>
          <p:nvPr/>
        </p:nvSpPr>
        <p:spPr>
          <a:xfrm>
            <a:off x="1645920" y="3291840"/>
            <a:ext cx="4066920" cy="118656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280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7920" cy="63792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7880" cy="317880"/>
          </a:xfrm>
          <a:prstGeom prst="rect">
            <a:avLst/>
          </a:prstGeom>
          <a:ln>
            <a:noFill/>
          </a:ln>
        </p:spPr>
      </p:pic>
      <p:sp>
        <p:nvSpPr>
          <p:cNvPr id="132" name="CustomShape 13"/>
          <p:cNvSpPr/>
          <p:nvPr/>
        </p:nvSpPr>
        <p:spPr>
          <a:xfrm>
            <a:off x="1645920" y="4892040"/>
            <a:ext cx="4066920" cy="118656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28720" cy="310680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2960" cy="264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28720" cy="118656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5040" cy="45504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6440" cy="226440"/>
          </a:xfrm>
          <a:prstGeom prst="rect">
            <a:avLst/>
          </a:prstGeom>
          <a:ln>
            <a:noFill/>
          </a:ln>
        </p:spPr>
      </p:pic>
      <p:sp>
        <p:nvSpPr>
          <p:cNvPr id="139" name="CustomShape 19"/>
          <p:cNvSpPr/>
          <p:nvPr/>
        </p:nvSpPr>
        <p:spPr>
          <a:xfrm>
            <a:off x="7132320" y="4983480"/>
            <a:ext cx="4322880" cy="118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7040" cy="182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49600" cy="326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3"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2800" cy="155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2800" cy="82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5040" cy="45504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6440" cy="226440"/>
          </a:xfrm>
          <a:prstGeom prst="rect">
            <a:avLst/>
          </a:prstGeom>
          <a:ln>
            <a:noFill/>
          </a:ln>
        </p:spPr>
      </p:pic>
      <p:sp>
        <p:nvSpPr>
          <p:cNvPr id="147" name="CustomShape 7"/>
          <p:cNvSpPr/>
          <p:nvPr/>
        </p:nvSpPr>
        <p:spPr>
          <a:xfrm>
            <a:off x="7452360" y="105156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5040" cy="45504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6440" cy="226440"/>
          </a:xfrm>
          <a:prstGeom prst="rect">
            <a:avLst/>
          </a:prstGeom>
          <a:ln>
            <a:noFill/>
          </a:ln>
        </p:spPr>
      </p:pic>
      <p:sp>
        <p:nvSpPr>
          <p:cNvPr id="151" name="CustomShape 10"/>
          <p:cNvSpPr/>
          <p:nvPr/>
        </p:nvSpPr>
        <p:spPr>
          <a:xfrm>
            <a:off x="7452360" y="182880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5040" cy="45504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6440" cy="226440"/>
          </a:xfrm>
          <a:prstGeom prst="rect">
            <a:avLst/>
          </a:prstGeom>
          <a:ln>
            <a:noFill/>
          </a:ln>
        </p:spPr>
      </p:pic>
      <p:sp>
        <p:nvSpPr>
          <p:cNvPr id="155" name="CustomShape 13"/>
          <p:cNvSpPr/>
          <p:nvPr/>
        </p:nvSpPr>
        <p:spPr>
          <a:xfrm>
            <a:off x="7452360" y="260604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5040" cy="45504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6440" cy="226440"/>
          </a:xfrm>
          <a:prstGeom prst="rect">
            <a:avLst/>
          </a:prstGeom>
          <a:ln>
            <a:noFill/>
          </a:ln>
        </p:spPr>
      </p:pic>
      <p:sp>
        <p:nvSpPr>
          <p:cNvPr id="159" name="CustomShape 16"/>
          <p:cNvSpPr/>
          <p:nvPr/>
        </p:nvSpPr>
        <p:spPr>
          <a:xfrm>
            <a:off x="7452360" y="338328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5040" cy="45504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6440" cy="226440"/>
          </a:xfrm>
          <a:prstGeom prst="rect">
            <a:avLst/>
          </a:prstGeom>
          <a:ln>
            <a:noFill/>
          </a:ln>
        </p:spPr>
      </p:pic>
      <p:sp>
        <p:nvSpPr>
          <p:cNvPr id="163" name="CustomShape 19"/>
          <p:cNvSpPr/>
          <p:nvPr/>
        </p:nvSpPr>
        <p:spPr>
          <a:xfrm>
            <a:off x="7452360" y="416052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5040" cy="45504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6440" cy="226440"/>
          </a:xfrm>
          <a:prstGeom prst="rect">
            <a:avLst/>
          </a:prstGeom>
          <a:ln>
            <a:noFill/>
          </a:ln>
        </p:spPr>
      </p:pic>
      <p:sp>
        <p:nvSpPr>
          <p:cNvPr id="167" name="CustomShape 22"/>
          <p:cNvSpPr/>
          <p:nvPr/>
        </p:nvSpPr>
        <p:spPr>
          <a:xfrm>
            <a:off x="7452360" y="493776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5200" cy="310680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520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6600" cy="2100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5200" cy="310680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520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6600" cy="2100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5200" cy="310680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520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6600" cy="2100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5200" cy="310680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520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6600" cy="2100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5200" cy="310680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520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6600" cy="2100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5200" cy="310680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520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6600" cy="2100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088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5200" cy="310680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520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6600" cy="2100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088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088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2320" cy="109512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5040" cy="45504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6440" cy="226440"/>
          </a:xfrm>
          <a:prstGeom prst="rect">
            <a:avLst/>
          </a:prstGeom>
          <a:ln>
            <a:noFill/>
          </a:ln>
        </p:spPr>
      </p:pic>
      <p:sp>
        <p:nvSpPr>
          <p:cNvPr id="198" name="CustomShape 28"/>
          <p:cNvSpPr/>
          <p:nvPr/>
        </p:nvSpPr>
        <p:spPr>
          <a:xfrm>
            <a:off x="1371600" y="5029200"/>
            <a:ext cx="10086480" cy="109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1360" cy="40932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6480" cy="180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1360" cy="77508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7040" cy="235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0920" cy="35460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0920" cy="35460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0920" cy="35460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1360" cy="100368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7040" cy="235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2880" cy="58320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2880" cy="58320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2880" cy="58320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2880" cy="58320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1360" cy="100368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7040" cy="235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0920" cy="58320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0920" cy="58320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0920" cy="58320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1360" cy="77508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7040" cy="235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2880" cy="35460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2880" cy="35460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2880" cy="35460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2880" cy="35460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5120" cy="2264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2240" cy="86652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512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2240" cy="86652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512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2800" cy="219240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6480" cy="54648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2160" cy="272160"/>
          </a:xfrm>
          <a:prstGeom prst="rect">
            <a:avLst/>
          </a:prstGeom>
          <a:ln>
            <a:noFill/>
          </a:ln>
        </p:spPr>
      </p:pic>
      <p:sp>
        <p:nvSpPr>
          <p:cNvPr id="239" name="CustomShape 40"/>
          <p:cNvSpPr/>
          <p:nvPr/>
        </p:nvSpPr>
        <p:spPr>
          <a:xfrm>
            <a:off x="8869680" y="1828800"/>
            <a:ext cx="25398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5600" cy="100368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2800" cy="219240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6480" cy="54648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2160" cy="272160"/>
          </a:xfrm>
          <a:prstGeom prst="rect">
            <a:avLst/>
          </a:prstGeom>
          <a:ln>
            <a:noFill/>
          </a:ln>
        </p:spPr>
      </p:pic>
      <p:sp>
        <p:nvSpPr>
          <p:cNvPr id="244" name="CustomShape 44"/>
          <p:cNvSpPr/>
          <p:nvPr/>
        </p:nvSpPr>
        <p:spPr>
          <a:xfrm>
            <a:off x="8869680" y="4206240"/>
            <a:ext cx="25398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5600" cy="100368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0560" cy="310680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0760" cy="50076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336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3360" cy="146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0560" cy="310680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0760" cy="50076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336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3360" cy="146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0560" cy="310680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0760" cy="50076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336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3360" cy="146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0560" cy="310680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0760" cy="50076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336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3360" cy="146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0560" cy="310680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0760" cy="50076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336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3360" cy="146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2320" cy="109512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5040" cy="45504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6440" cy="226440"/>
          </a:xfrm>
          <a:prstGeom prst="rect">
            <a:avLst/>
          </a:prstGeom>
          <a:ln>
            <a:noFill/>
          </a:ln>
        </p:spPr>
      </p:pic>
      <p:sp>
        <p:nvSpPr>
          <p:cNvPr id="282" name="CustomShape 36"/>
          <p:cNvSpPr/>
          <p:nvPr/>
        </p:nvSpPr>
        <p:spPr>
          <a:xfrm>
            <a:off x="1371600" y="5029200"/>
            <a:ext cx="10086480" cy="109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3240" cy="274104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2160" cy="272160"/>
          </a:xfrm>
          <a:prstGeom prst="rect">
            <a:avLst/>
          </a:prstGeom>
          <a:ln>
            <a:noFill/>
          </a:ln>
        </p:spPr>
      </p:pic>
      <p:sp>
        <p:nvSpPr>
          <p:cNvPr id="290" name="CustomShape 7"/>
          <p:cNvSpPr/>
          <p:nvPr/>
        </p:nvSpPr>
        <p:spPr>
          <a:xfrm>
            <a:off x="146304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6040" cy="155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3240" cy="274104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6480" cy="54648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2160" cy="272160"/>
          </a:xfrm>
          <a:prstGeom prst="rect">
            <a:avLst/>
          </a:prstGeom>
          <a:ln>
            <a:noFill/>
          </a:ln>
        </p:spPr>
      </p:pic>
      <p:sp>
        <p:nvSpPr>
          <p:cNvPr id="295" name="CustomShape 11"/>
          <p:cNvSpPr/>
          <p:nvPr/>
        </p:nvSpPr>
        <p:spPr>
          <a:xfrm>
            <a:off x="525276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6040" cy="155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3240" cy="274104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6480" cy="54648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2160" cy="272160"/>
          </a:xfrm>
          <a:prstGeom prst="rect">
            <a:avLst/>
          </a:prstGeom>
          <a:ln>
            <a:noFill/>
          </a:ln>
        </p:spPr>
      </p:pic>
      <p:sp>
        <p:nvSpPr>
          <p:cNvPr id="300" name="CustomShape 15"/>
          <p:cNvSpPr/>
          <p:nvPr/>
        </p:nvSpPr>
        <p:spPr>
          <a:xfrm>
            <a:off x="904212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6040" cy="155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2960" cy="146088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7200" cy="1003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0000" cy="146088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5040" cy="45504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6440" cy="226440"/>
          </a:xfrm>
          <a:prstGeom prst="rect">
            <a:avLst/>
          </a:prstGeom>
          <a:ln>
            <a:noFill/>
          </a:ln>
        </p:spPr>
      </p:pic>
      <p:sp>
        <p:nvSpPr>
          <p:cNvPr id="308" name="CustomShape 22"/>
          <p:cNvSpPr/>
          <p:nvPr/>
        </p:nvSpPr>
        <p:spPr>
          <a:xfrm>
            <a:off x="8321040" y="4709160"/>
            <a:ext cx="3134160" cy="146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112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5360" cy="27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5360" cy="50076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5360" cy="150660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5360" cy="82080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5360" cy="82080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536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7600" cy="27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6320" cy="54648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6320" cy="54648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6320" cy="54648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6320" cy="54648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6320" cy="54648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6320" cy="54648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6320" cy="54648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6320" cy="54648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7600" cy="27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7600" cy="27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7600" cy="104940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3280" cy="226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1800" cy="59220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1800" cy="59220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7600" cy="27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7600" cy="86652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7960" cy="36360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7960" cy="36360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7960" cy="36360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7960" cy="36360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7960" cy="36360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7960" cy="36360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7960" cy="36360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7960" cy="36360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3280" cy="27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112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3240" cy="255816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2160" cy="272160"/>
          </a:xfrm>
          <a:prstGeom prst="rect">
            <a:avLst/>
          </a:prstGeom>
          <a:ln>
            <a:noFill/>
          </a:ln>
        </p:spPr>
      </p:pic>
      <p:sp>
        <p:nvSpPr>
          <p:cNvPr id="352" name="CustomShape 7"/>
          <p:cNvSpPr/>
          <p:nvPr/>
        </p:nvSpPr>
        <p:spPr>
          <a:xfrm>
            <a:off x="146304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6040" cy="136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3240" cy="255816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6480" cy="54648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2160" cy="272160"/>
          </a:xfrm>
          <a:prstGeom prst="rect">
            <a:avLst/>
          </a:prstGeom>
          <a:ln>
            <a:noFill/>
          </a:ln>
        </p:spPr>
      </p:pic>
      <p:sp>
        <p:nvSpPr>
          <p:cNvPr id="357" name="CustomShape 11"/>
          <p:cNvSpPr/>
          <p:nvPr/>
        </p:nvSpPr>
        <p:spPr>
          <a:xfrm>
            <a:off x="525276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6040" cy="136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3240" cy="255816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6480" cy="54648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2160" cy="272160"/>
          </a:xfrm>
          <a:prstGeom prst="rect">
            <a:avLst/>
          </a:prstGeom>
          <a:ln>
            <a:noFill/>
          </a:ln>
        </p:spPr>
      </p:pic>
      <p:sp>
        <p:nvSpPr>
          <p:cNvPr id="362" name="CustomShape 15"/>
          <p:cNvSpPr/>
          <p:nvPr/>
        </p:nvSpPr>
        <p:spPr>
          <a:xfrm>
            <a:off x="904212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6040" cy="136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7920" cy="164376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5040" cy="45504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6440" cy="226440"/>
          </a:xfrm>
          <a:prstGeom prst="rect">
            <a:avLst/>
          </a:prstGeom>
          <a:ln>
            <a:noFill/>
          </a:ln>
        </p:spPr>
      </p:pic>
      <p:sp>
        <p:nvSpPr>
          <p:cNvPr id="367" name="CustomShape 19"/>
          <p:cNvSpPr/>
          <p:nvPr/>
        </p:nvSpPr>
        <p:spPr>
          <a:xfrm>
            <a:off x="1371600" y="4526280"/>
            <a:ext cx="4402080" cy="1643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7920" cy="164376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5040" cy="45504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6440" cy="226440"/>
          </a:xfrm>
          <a:prstGeom prst="rect">
            <a:avLst/>
          </a:prstGeom>
          <a:ln>
            <a:noFill/>
          </a:ln>
        </p:spPr>
      </p:pic>
      <p:sp>
        <p:nvSpPr>
          <p:cNvPr id="371" name="CustomShape 22"/>
          <p:cNvSpPr/>
          <p:nvPr/>
        </p:nvSpPr>
        <p:spPr>
          <a:xfrm>
            <a:off x="7056000" y="4526280"/>
            <a:ext cx="4402080" cy="1643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112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1520" cy="264960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0760" cy="50076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432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4320" cy="100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1520" cy="264960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0760" cy="50076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432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4320" cy="100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1520" cy="264960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0760" cy="50076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432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4320" cy="100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1520" cy="264960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0760" cy="50076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432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4320" cy="100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7280" cy="164376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1520" cy="1186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5680" cy="164376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5040" cy="45504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6440" cy="226440"/>
          </a:xfrm>
          <a:prstGeom prst="rect">
            <a:avLst/>
          </a:prstGeom>
          <a:ln>
            <a:noFill/>
          </a:ln>
        </p:spPr>
      </p:pic>
      <p:sp>
        <p:nvSpPr>
          <p:cNvPr id="405" name="CustomShape 33"/>
          <p:cNvSpPr/>
          <p:nvPr/>
        </p:nvSpPr>
        <p:spPr>
          <a:xfrm>
            <a:off x="8595360" y="4526280"/>
            <a:ext cx="2859840" cy="1643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7920" cy="219240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2160" cy="272160"/>
          </a:xfrm>
          <a:prstGeom prst="rect">
            <a:avLst/>
          </a:prstGeom>
          <a:ln>
            <a:noFill/>
          </a:ln>
        </p:spPr>
      </p:pic>
      <p:sp>
        <p:nvSpPr>
          <p:cNvPr id="413" name="CustomShape 7"/>
          <p:cNvSpPr/>
          <p:nvPr/>
        </p:nvSpPr>
        <p:spPr>
          <a:xfrm>
            <a:off x="1463040" y="182880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0720" cy="100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7920" cy="219240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6480" cy="54648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2160" cy="272160"/>
          </a:xfrm>
          <a:prstGeom prst="rect">
            <a:avLst/>
          </a:prstGeom>
          <a:ln>
            <a:noFill/>
          </a:ln>
        </p:spPr>
      </p:pic>
      <p:sp>
        <p:nvSpPr>
          <p:cNvPr id="418" name="CustomShape 11"/>
          <p:cNvSpPr/>
          <p:nvPr/>
        </p:nvSpPr>
        <p:spPr>
          <a:xfrm>
            <a:off x="7147440" y="182880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0720" cy="100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1520" cy="210096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5760" cy="1643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1440" cy="210096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5040" cy="45504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6440" cy="226440"/>
          </a:xfrm>
          <a:prstGeom prst="rect">
            <a:avLst/>
          </a:prstGeom>
          <a:ln>
            <a:noFill/>
          </a:ln>
        </p:spPr>
      </p:pic>
      <p:sp>
        <p:nvSpPr>
          <p:cNvPr id="426" name="CustomShape 18"/>
          <p:cNvSpPr/>
          <p:nvPr/>
        </p:nvSpPr>
        <p:spPr>
          <a:xfrm>
            <a:off x="8229600" y="4069080"/>
            <a:ext cx="3225600" cy="2100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2160" cy="272160"/>
          </a:xfrm>
          <a:prstGeom prst="rect">
            <a:avLst/>
          </a:prstGeom>
          <a:ln>
            <a:noFill/>
          </a:ln>
        </p:spPr>
      </p:pic>
      <p:sp>
        <p:nvSpPr>
          <p:cNvPr id="434" name="CustomShape 7"/>
          <p:cNvSpPr/>
          <p:nvPr/>
        </p:nvSpPr>
        <p:spPr>
          <a:xfrm>
            <a:off x="146304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6480" cy="54648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2160" cy="272160"/>
          </a:xfrm>
          <a:prstGeom prst="rect">
            <a:avLst/>
          </a:prstGeom>
          <a:ln>
            <a:noFill/>
          </a:ln>
        </p:spPr>
      </p:pic>
      <p:sp>
        <p:nvSpPr>
          <p:cNvPr id="439" name="CustomShape 11"/>
          <p:cNvSpPr/>
          <p:nvPr/>
        </p:nvSpPr>
        <p:spPr>
          <a:xfrm>
            <a:off x="525276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6480" cy="54648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2160" cy="272160"/>
          </a:xfrm>
          <a:prstGeom prst="rect">
            <a:avLst/>
          </a:prstGeom>
          <a:ln>
            <a:noFill/>
          </a:ln>
        </p:spPr>
      </p:pic>
      <p:sp>
        <p:nvSpPr>
          <p:cNvPr id="444" name="CustomShape 15"/>
          <p:cNvSpPr/>
          <p:nvPr/>
        </p:nvSpPr>
        <p:spPr>
          <a:xfrm>
            <a:off x="904212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6480" cy="54648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2160" cy="272160"/>
          </a:xfrm>
          <a:prstGeom prst="rect">
            <a:avLst/>
          </a:prstGeom>
          <a:ln>
            <a:noFill/>
          </a:ln>
        </p:spPr>
      </p:pic>
      <p:sp>
        <p:nvSpPr>
          <p:cNvPr id="449" name="CustomShape 19"/>
          <p:cNvSpPr/>
          <p:nvPr/>
        </p:nvSpPr>
        <p:spPr>
          <a:xfrm>
            <a:off x="1463040" y="425196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6480" cy="54648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2160" cy="272160"/>
          </a:xfrm>
          <a:prstGeom prst="rect">
            <a:avLst/>
          </a:prstGeom>
          <a:ln>
            <a:noFill/>
          </a:ln>
        </p:spPr>
      </p:pic>
      <p:sp>
        <p:nvSpPr>
          <p:cNvPr id="454" name="CustomShape 23"/>
          <p:cNvSpPr/>
          <p:nvPr/>
        </p:nvSpPr>
        <p:spPr>
          <a:xfrm>
            <a:off x="5252760" y="425196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3240" cy="214668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6480" cy="54648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2160" cy="272160"/>
          </a:xfrm>
          <a:prstGeom prst="rect">
            <a:avLst/>
          </a:prstGeom>
          <a:ln>
            <a:noFill/>
          </a:ln>
        </p:spPr>
      </p:pic>
      <p:sp>
        <p:nvSpPr>
          <p:cNvPr id="459" name="CustomShape 27"/>
          <p:cNvSpPr/>
          <p:nvPr/>
        </p:nvSpPr>
        <p:spPr>
          <a:xfrm>
            <a:off x="9042120" y="425196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112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2320" cy="109512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5040" cy="45504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6440" cy="226440"/>
          </a:xfrm>
          <a:prstGeom prst="rect">
            <a:avLst/>
          </a:prstGeom>
          <a:ln>
            <a:noFill/>
          </a:ln>
        </p:spPr>
      </p:pic>
      <p:sp>
        <p:nvSpPr>
          <p:cNvPr id="469" name="CustomShape 8"/>
          <p:cNvSpPr/>
          <p:nvPr/>
        </p:nvSpPr>
        <p:spPr>
          <a:xfrm>
            <a:off x="1371600" y="5029200"/>
            <a:ext cx="10086480" cy="109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112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7920" cy="264960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2160" cy="272160"/>
          </a:xfrm>
          <a:prstGeom prst="rect">
            <a:avLst/>
          </a:prstGeom>
          <a:ln>
            <a:noFill/>
          </a:ln>
        </p:spPr>
      </p:pic>
      <p:sp>
        <p:nvSpPr>
          <p:cNvPr id="477" name="CustomShape 7"/>
          <p:cNvSpPr/>
          <p:nvPr/>
        </p:nvSpPr>
        <p:spPr>
          <a:xfrm>
            <a:off x="1463040" y="182880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0720" cy="146088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7920" cy="264960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6480" cy="54648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2160" cy="272160"/>
          </a:xfrm>
          <a:prstGeom prst="rect">
            <a:avLst/>
          </a:prstGeom>
          <a:ln>
            <a:noFill/>
          </a:ln>
        </p:spPr>
      </p:pic>
      <p:sp>
        <p:nvSpPr>
          <p:cNvPr id="482" name="CustomShape 11"/>
          <p:cNvSpPr/>
          <p:nvPr/>
        </p:nvSpPr>
        <p:spPr>
          <a:xfrm>
            <a:off x="7147440" y="182880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0720" cy="146088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3240" cy="164376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7480" cy="8208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7480" cy="656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3240" cy="164376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7480" cy="8208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7480" cy="656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3240" cy="164376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7480" cy="8208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7480" cy="656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792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2160" cy="272160"/>
          </a:xfrm>
          <a:prstGeom prst="rect">
            <a:avLst/>
          </a:prstGeom>
          <a:ln>
            <a:noFill/>
          </a:ln>
        </p:spPr>
      </p:pic>
      <p:sp>
        <p:nvSpPr>
          <p:cNvPr id="500" name="CustomShape 7"/>
          <p:cNvSpPr/>
          <p:nvPr/>
        </p:nvSpPr>
        <p:spPr>
          <a:xfrm>
            <a:off x="1463040" y="182880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072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792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6480" cy="54648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2160" cy="272160"/>
          </a:xfrm>
          <a:prstGeom prst="rect">
            <a:avLst/>
          </a:prstGeom>
          <a:ln>
            <a:noFill/>
          </a:ln>
        </p:spPr>
      </p:pic>
      <p:sp>
        <p:nvSpPr>
          <p:cNvPr id="505" name="CustomShape 11"/>
          <p:cNvSpPr/>
          <p:nvPr/>
        </p:nvSpPr>
        <p:spPr>
          <a:xfrm>
            <a:off x="7147440" y="182880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072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792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6480" cy="54648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2160" cy="272160"/>
          </a:xfrm>
          <a:prstGeom prst="rect">
            <a:avLst/>
          </a:prstGeom>
          <a:ln>
            <a:noFill/>
          </a:ln>
        </p:spPr>
      </p:pic>
      <p:sp>
        <p:nvSpPr>
          <p:cNvPr id="510" name="CustomShape 15"/>
          <p:cNvSpPr/>
          <p:nvPr/>
        </p:nvSpPr>
        <p:spPr>
          <a:xfrm>
            <a:off x="1463040" y="425196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072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792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6480" cy="54648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2160" cy="272160"/>
          </a:xfrm>
          <a:prstGeom prst="rect">
            <a:avLst/>
          </a:prstGeom>
          <a:ln>
            <a:noFill/>
          </a:ln>
        </p:spPr>
      </p:pic>
      <p:sp>
        <p:nvSpPr>
          <p:cNvPr id="515" name="CustomShape 19"/>
          <p:cNvSpPr/>
          <p:nvPr/>
        </p:nvSpPr>
        <p:spPr>
          <a:xfrm>
            <a:off x="7147440" y="4251960"/>
            <a:ext cx="42649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072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5600" cy="219240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69840" cy="1735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7360" cy="356400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1600" cy="310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000" spc="-1" strike="noStrike">
                <a:solidFill>
                  <a:srgbClr val="999999"/>
                </a:solidFill>
                <a:latin typeface="Consolas"/>
                <a:ea typeface="Consolas"/>
              </a:rPr>
              <a:t>-- 1. Creamos la sesión en el servidor</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br/>
            <a:r>
              <a:rPr b="1" lang="en-US" sz="1000" spc="-1" strike="noStrike">
                <a:solidFill>
                  <a:srgbClr val="999999"/>
                </a:solidFill>
                <a:latin typeface="Consolas"/>
                <a:ea typeface="Consolas"/>
              </a:rPr>
              <a:t>-- 2. Añadimos el Evento (en este caso, cuando termina un comando SQL)</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000" spc="-1" strike="noStrike">
                <a:solidFill>
                  <a:srgbClr val="999999"/>
                </a:solidFill>
                <a:latin typeface="Consolas"/>
                <a:ea typeface="Consolas"/>
              </a:rPr>
              <a:t>- Acciones: Datos extra que queremos adjuntar a la captura</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ACTION</a:t>
            </a:r>
            <a:r>
              <a:rPr b="0" lang="en-US" sz="1200" spc="-1" strike="noStrike">
                <a:solidFill>
                  <a:srgbClr val="1f2933"/>
                </a:solidFill>
                <a:latin typeface="Consolas"/>
                <a:ea typeface="Consolas"/>
              </a:rPr>
              <a:t> (sqlserver.database_name,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sqlserver.username,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sqlserver.sql_text)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 </a:t>
            </a:r>
            <a:r>
              <a:rPr b="1" lang="en-US" sz="1000" spc="-1" strike="noStrike">
                <a:solidFill>
                  <a:srgbClr val="999999"/>
                </a:solidFill>
                <a:latin typeface="Consolas"/>
                <a:ea typeface="Consolas"/>
              </a:rPr>
              <a:t>--&gt; 1 s (µs)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000" spc="-1" strike="noStrike">
                <a:solidFill>
                  <a:srgbClr val="999999"/>
                </a:solidFill>
                <a:latin typeface="Consolas"/>
                <a:ea typeface="Consolas"/>
              </a:rPr>
              <a:t>package0.ring_buffer (SET max_memory = 4096); -- En Kilobytes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5600" cy="210096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5040" cy="45504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6440" cy="226440"/>
          </a:xfrm>
          <a:prstGeom prst="rect">
            <a:avLst/>
          </a:prstGeom>
          <a:ln>
            <a:noFill/>
          </a:ln>
        </p:spPr>
      </p:pic>
      <p:sp>
        <p:nvSpPr>
          <p:cNvPr id="530" name="CustomShape 13"/>
          <p:cNvSpPr/>
          <p:nvPr/>
        </p:nvSpPr>
        <p:spPr>
          <a:xfrm>
            <a:off x="1371600" y="4069080"/>
            <a:ext cx="3929760" cy="2100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7360" cy="77508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5040" cy="45504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6440" cy="226440"/>
          </a:xfrm>
          <a:prstGeom prst="rect">
            <a:avLst/>
          </a:prstGeom>
          <a:ln>
            <a:noFill/>
          </a:ln>
        </p:spPr>
      </p:pic>
      <p:sp>
        <p:nvSpPr>
          <p:cNvPr id="534" name="CustomShape 16"/>
          <p:cNvSpPr/>
          <p:nvPr/>
        </p:nvSpPr>
        <p:spPr>
          <a:xfrm>
            <a:off x="6583680" y="5394960"/>
            <a:ext cx="4871520" cy="77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044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728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152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19960" cy="456984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6480" cy="54648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2160" cy="272160"/>
          </a:xfrm>
          <a:prstGeom prst="rect">
            <a:avLst/>
          </a:prstGeom>
          <a:ln>
            <a:noFill/>
          </a:ln>
        </p:spPr>
      </p:pic>
      <p:sp>
        <p:nvSpPr>
          <p:cNvPr id="545" name="CustomShape 10"/>
          <p:cNvSpPr/>
          <p:nvPr/>
        </p:nvSpPr>
        <p:spPr>
          <a:xfrm>
            <a:off x="8732520" y="1828800"/>
            <a:ext cx="26769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2760" cy="33811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044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4400" cy="292392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398640" cy="2466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09080" cy="292392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6480" cy="54648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2160" cy="272160"/>
          </a:xfrm>
          <a:prstGeom prst="rect">
            <a:avLst/>
          </a:prstGeom>
          <a:ln>
            <a:noFill/>
          </a:ln>
        </p:spPr>
      </p:pic>
      <p:sp>
        <p:nvSpPr>
          <p:cNvPr id="557" name="CustomShape 10"/>
          <p:cNvSpPr/>
          <p:nvPr/>
        </p:nvSpPr>
        <p:spPr>
          <a:xfrm>
            <a:off x="8503920" y="1828800"/>
            <a:ext cx="76608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1880" cy="1735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09080" cy="292392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6480" cy="54648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2160" cy="272160"/>
          </a:xfrm>
          <a:prstGeom prst="rect">
            <a:avLst/>
          </a:prstGeom>
          <a:ln>
            <a:noFill/>
          </a:ln>
        </p:spPr>
      </p:pic>
      <p:sp>
        <p:nvSpPr>
          <p:cNvPr id="562" name="CustomShape 14"/>
          <p:cNvSpPr/>
          <p:nvPr/>
        </p:nvSpPr>
        <p:spPr>
          <a:xfrm>
            <a:off x="10643760" y="1828800"/>
            <a:ext cx="76608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1880" cy="1735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2320" cy="136944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5040" cy="45504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6440" cy="226440"/>
          </a:xfrm>
          <a:prstGeom prst="rect">
            <a:avLst/>
          </a:prstGeom>
          <a:ln>
            <a:noFill/>
          </a:ln>
        </p:spPr>
      </p:pic>
      <p:sp>
        <p:nvSpPr>
          <p:cNvPr id="567" name="CustomShape 18"/>
          <p:cNvSpPr/>
          <p:nvPr/>
        </p:nvSpPr>
        <p:spPr>
          <a:xfrm>
            <a:off x="1371600" y="4754880"/>
            <a:ext cx="10086480" cy="1369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7040" cy="182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49600" cy="326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3"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2800" cy="155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2800" cy="82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5040" cy="45504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6440" cy="226440"/>
          </a:xfrm>
          <a:prstGeom prst="rect">
            <a:avLst/>
          </a:prstGeom>
          <a:ln>
            <a:noFill/>
          </a:ln>
        </p:spPr>
      </p:pic>
      <p:sp>
        <p:nvSpPr>
          <p:cNvPr id="575" name="CustomShape 7"/>
          <p:cNvSpPr/>
          <p:nvPr/>
        </p:nvSpPr>
        <p:spPr>
          <a:xfrm>
            <a:off x="7452360" y="105156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5040" cy="45504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6440" cy="226440"/>
          </a:xfrm>
          <a:prstGeom prst="rect">
            <a:avLst/>
          </a:prstGeom>
          <a:ln>
            <a:noFill/>
          </a:ln>
        </p:spPr>
      </p:pic>
      <p:sp>
        <p:nvSpPr>
          <p:cNvPr id="579" name="CustomShape 10"/>
          <p:cNvSpPr/>
          <p:nvPr/>
        </p:nvSpPr>
        <p:spPr>
          <a:xfrm>
            <a:off x="7452360" y="182880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5040" cy="45504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6440" cy="226440"/>
          </a:xfrm>
          <a:prstGeom prst="rect">
            <a:avLst/>
          </a:prstGeom>
          <a:ln>
            <a:noFill/>
          </a:ln>
        </p:spPr>
      </p:pic>
      <p:sp>
        <p:nvSpPr>
          <p:cNvPr id="583" name="CustomShape 13"/>
          <p:cNvSpPr/>
          <p:nvPr/>
        </p:nvSpPr>
        <p:spPr>
          <a:xfrm>
            <a:off x="7452360" y="260604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5040" cy="45504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6440" cy="226440"/>
          </a:xfrm>
          <a:prstGeom prst="rect">
            <a:avLst/>
          </a:prstGeom>
          <a:ln>
            <a:noFill/>
          </a:ln>
        </p:spPr>
      </p:pic>
      <p:sp>
        <p:nvSpPr>
          <p:cNvPr id="587" name="CustomShape 16"/>
          <p:cNvSpPr/>
          <p:nvPr/>
        </p:nvSpPr>
        <p:spPr>
          <a:xfrm>
            <a:off x="7452360" y="338328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5040" cy="45504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6440" cy="226440"/>
          </a:xfrm>
          <a:prstGeom prst="rect">
            <a:avLst/>
          </a:prstGeom>
          <a:ln>
            <a:noFill/>
          </a:ln>
        </p:spPr>
      </p:pic>
      <p:sp>
        <p:nvSpPr>
          <p:cNvPr id="591" name="CustomShape 19"/>
          <p:cNvSpPr/>
          <p:nvPr/>
        </p:nvSpPr>
        <p:spPr>
          <a:xfrm>
            <a:off x="7452360" y="416052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5040" cy="45504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6440" cy="226440"/>
          </a:xfrm>
          <a:prstGeom prst="rect">
            <a:avLst/>
          </a:prstGeom>
          <a:ln>
            <a:noFill/>
          </a:ln>
        </p:spPr>
      </p:pic>
      <p:sp>
        <p:nvSpPr>
          <p:cNvPr id="595" name="CustomShape 22"/>
          <p:cNvSpPr/>
          <p:nvPr/>
        </p:nvSpPr>
        <p:spPr>
          <a:xfrm>
            <a:off x="7452360" y="493776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440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893960"/>
            <a:ext cx="639864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254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48560" cy="456984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6480" cy="54648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2160" cy="272160"/>
          </a:xfrm>
          <a:prstGeom prst="rect">
            <a:avLst/>
          </a:prstGeom>
          <a:ln>
            <a:noFill/>
          </a:ln>
        </p:spPr>
      </p:pic>
      <p:sp>
        <p:nvSpPr>
          <p:cNvPr id="608" name="CustomShape 10"/>
          <p:cNvSpPr/>
          <p:nvPr/>
        </p:nvSpPr>
        <p:spPr>
          <a:xfrm>
            <a:off x="8503920" y="1828800"/>
            <a:ext cx="29055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1360" cy="33811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50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2160" cy="272160"/>
          </a:xfrm>
          <a:prstGeom prst="rect">
            <a:avLst/>
          </a:prstGeom>
          <a:ln>
            <a:noFill/>
          </a:ln>
        </p:spPr>
      </p:pic>
      <p:sp>
        <p:nvSpPr>
          <p:cNvPr id="617" name="CustomShape 7"/>
          <p:cNvSpPr/>
          <p:nvPr/>
        </p:nvSpPr>
        <p:spPr>
          <a:xfrm>
            <a:off x="146304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6480" cy="54648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2160" cy="272160"/>
          </a:xfrm>
          <a:prstGeom prst="rect">
            <a:avLst/>
          </a:prstGeom>
          <a:ln>
            <a:noFill/>
          </a:ln>
        </p:spPr>
      </p:pic>
      <p:sp>
        <p:nvSpPr>
          <p:cNvPr id="622" name="CustomShape 11"/>
          <p:cNvSpPr/>
          <p:nvPr/>
        </p:nvSpPr>
        <p:spPr>
          <a:xfrm>
            <a:off x="525276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6480" cy="54648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2160" cy="272160"/>
          </a:xfrm>
          <a:prstGeom prst="rect">
            <a:avLst/>
          </a:prstGeom>
          <a:ln>
            <a:noFill/>
          </a:ln>
        </p:spPr>
      </p:pic>
      <p:sp>
        <p:nvSpPr>
          <p:cNvPr id="627" name="CustomShape 15"/>
          <p:cNvSpPr/>
          <p:nvPr/>
        </p:nvSpPr>
        <p:spPr>
          <a:xfrm>
            <a:off x="9042120" y="182880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Solo aceptado con ALTER TABLE.</a:t>
            </a:r>
            <a:b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6480" cy="54648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2160" cy="272160"/>
          </a:xfrm>
          <a:prstGeom prst="rect">
            <a:avLst/>
          </a:prstGeom>
          <a:ln>
            <a:noFill/>
          </a:ln>
        </p:spPr>
      </p:pic>
      <p:sp>
        <p:nvSpPr>
          <p:cNvPr id="632" name="CustomShape 19"/>
          <p:cNvSpPr/>
          <p:nvPr/>
        </p:nvSpPr>
        <p:spPr>
          <a:xfrm>
            <a:off x="1463040" y="425196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6480" cy="54648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2160" cy="272160"/>
          </a:xfrm>
          <a:prstGeom prst="rect">
            <a:avLst/>
          </a:prstGeom>
          <a:ln>
            <a:noFill/>
          </a:ln>
        </p:spPr>
      </p:pic>
      <p:sp>
        <p:nvSpPr>
          <p:cNvPr id="637" name="CustomShape 23"/>
          <p:cNvSpPr/>
          <p:nvPr/>
        </p:nvSpPr>
        <p:spPr>
          <a:xfrm>
            <a:off x="5252760" y="425196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324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6480" cy="54648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2160" cy="272160"/>
          </a:xfrm>
          <a:prstGeom prst="rect">
            <a:avLst/>
          </a:prstGeom>
          <a:ln>
            <a:noFill/>
          </a:ln>
        </p:spPr>
      </p:pic>
      <p:sp>
        <p:nvSpPr>
          <p:cNvPr id="642" name="CustomShape 27"/>
          <p:cNvSpPr/>
          <p:nvPr/>
        </p:nvSpPr>
        <p:spPr>
          <a:xfrm>
            <a:off x="9042120" y="4251960"/>
            <a:ext cx="2370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604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2800" cy="292392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2160" cy="272160"/>
          </a:xfrm>
          <a:prstGeom prst="rect">
            <a:avLst/>
          </a:prstGeom>
          <a:ln>
            <a:noFill/>
          </a:ln>
        </p:spPr>
      </p:pic>
      <p:sp>
        <p:nvSpPr>
          <p:cNvPr id="651" name="CustomShape 7"/>
          <p:cNvSpPr/>
          <p:nvPr/>
        </p:nvSpPr>
        <p:spPr>
          <a:xfrm>
            <a:off x="1463040" y="1828800"/>
            <a:ext cx="42498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5600" cy="17352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2800" cy="292392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6480" cy="54648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2160" cy="272160"/>
          </a:xfrm>
          <a:prstGeom prst="rect">
            <a:avLst/>
          </a:prstGeom>
          <a:ln>
            <a:noFill/>
          </a:ln>
        </p:spPr>
      </p:pic>
      <p:sp>
        <p:nvSpPr>
          <p:cNvPr id="656" name="CustomShape 11"/>
          <p:cNvSpPr/>
          <p:nvPr/>
        </p:nvSpPr>
        <p:spPr>
          <a:xfrm>
            <a:off x="7159680" y="1828800"/>
            <a:ext cx="42498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5600" cy="17352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89440" cy="136944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3680" cy="912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7200" cy="342684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1440" cy="2969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7200" cy="86652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5040" cy="45504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6440" cy="226440"/>
          </a:xfrm>
          <a:prstGeom prst="rect">
            <a:avLst/>
          </a:prstGeom>
          <a:ln>
            <a:noFill/>
          </a:ln>
        </p:spPr>
      </p:pic>
      <p:sp>
        <p:nvSpPr>
          <p:cNvPr id="671" name="CustomShape 10"/>
          <p:cNvSpPr/>
          <p:nvPr/>
        </p:nvSpPr>
        <p:spPr>
          <a:xfrm>
            <a:off x="1371600" y="5303520"/>
            <a:ext cx="5301360" cy="866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5760" cy="456984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6480" cy="54648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2160" cy="272160"/>
          </a:xfrm>
          <a:prstGeom prst="rect">
            <a:avLst/>
          </a:prstGeom>
          <a:ln>
            <a:noFill/>
          </a:ln>
        </p:spPr>
      </p:pic>
      <p:sp>
        <p:nvSpPr>
          <p:cNvPr id="675" name="CustomShape 13"/>
          <p:cNvSpPr/>
          <p:nvPr/>
        </p:nvSpPr>
        <p:spPr>
          <a:xfrm>
            <a:off x="8046720" y="1828800"/>
            <a:ext cx="33627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48560" cy="33811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Opciones SET</a:t>
            </a:r>
            <a:r>
              <a:rPr b="0" lang="en-US" sz="1400" spc="-1" strike="noStrike">
                <a:solidFill>
                  <a:srgbClr val="1f2933"/>
                </a:solidFill>
                <a:latin typeface="Calibri"/>
                <a:ea typeface="Calibri"/>
              </a:rPr>
              <a:t>: ARITHABORT, ANSI_NULLS y QUOTED_IDENTIFIER en ON</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824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440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39864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48560" cy="456984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6480" cy="54648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2160" cy="272160"/>
          </a:xfrm>
          <a:prstGeom prst="rect">
            <a:avLst/>
          </a:prstGeom>
          <a:ln>
            <a:noFill/>
          </a:ln>
        </p:spPr>
      </p:pic>
      <p:sp>
        <p:nvSpPr>
          <p:cNvPr id="687" name="CustomShape 10"/>
          <p:cNvSpPr/>
          <p:nvPr/>
        </p:nvSpPr>
        <p:spPr>
          <a:xfrm>
            <a:off x="8503920" y="1828800"/>
            <a:ext cx="29055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1360" cy="33811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824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0760" cy="50076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0760" cy="50076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0760" cy="50076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0760" cy="50076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5840" cy="159804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0080" cy="1140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7120" cy="159804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5040" cy="45504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6440" cy="226440"/>
          </a:xfrm>
          <a:prstGeom prst="rect">
            <a:avLst/>
          </a:prstGeom>
          <a:ln>
            <a:noFill/>
          </a:ln>
        </p:spPr>
      </p:pic>
      <p:sp>
        <p:nvSpPr>
          <p:cNvPr id="722" name="CustomShape 33"/>
          <p:cNvSpPr/>
          <p:nvPr/>
        </p:nvSpPr>
        <p:spPr>
          <a:xfrm>
            <a:off x="8503920" y="4572000"/>
            <a:ext cx="2951280" cy="1598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7840" cy="232956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0760" cy="50076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064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0640" cy="683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19908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7840" cy="232956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0760" cy="50076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064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0640" cy="683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19908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7840" cy="232956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0760" cy="50076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064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0640" cy="683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19908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7840" cy="232956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0760" cy="50076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064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0640" cy="683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19908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7840" cy="232956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0760" cy="50076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064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0640" cy="683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19908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7840" cy="232956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0760" cy="50076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064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0640" cy="683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38720" cy="196380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2960" cy="1506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4240" cy="196380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5040" cy="45504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6440" cy="226440"/>
          </a:xfrm>
          <a:prstGeom prst="rect">
            <a:avLst/>
          </a:prstGeom>
          <a:ln>
            <a:noFill/>
          </a:ln>
        </p:spPr>
      </p:pic>
      <p:sp>
        <p:nvSpPr>
          <p:cNvPr id="768" name="CustomShape 45"/>
          <p:cNvSpPr/>
          <p:nvPr/>
        </p:nvSpPr>
        <p:spPr>
          <a:xfrm>
            <a:off x="8686800" y="4206240"/>
            <a:ext cx="2768400" cy="1963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5760" cy="109512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5040" cy="45504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6440" cy="226440"/>
          </a:xfrm>
          <a:prstGeom prst="rect">
            <a:avLst/>
          </a:prstGeom>
          <a:ln>
            <a:noFill/>
          </a:ln>
        </p:spPr>
      </p:pic>
      <p:sp>
        <p:nvSpPr>
          <p:cNvPr id="777" name="CustomShape 8"/>
          <p:cNvSpPr/>
          <p:nvPr/>
        </p:nvSpPr>
        <p:spPr>
          <a:xfrm>
            <a:off x="1371600" y="5074920"/>
            <a:ext cx="5209920" cy="109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720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144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2160" cy="347256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2160" cy="272160"/>
          </a:xfrm>
          <a:prstGeom prst="rect">
            <a:avLst/>
          </a:prstGeom>
          <a:ln>
            <a:noFill/>
          </a:ln>
        </p:spPr>
      </p:pic>
      <p:sp>
        <p:nvSpPr>
          <p:cNvPr id="788" name="CustomShape 7"/>
          <p:cNvSpPr/>
          <p:nvPr/>
        </p:nvSpPr>
        <p:spPr>
          <a:xfrm>
            <a:off x="146304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4960" cy="228384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2160" cy="347256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6480" cy="54648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2160" cy="272160"/>
          </a:xfrm>
          <a:prstGeom prst="rect">
            <a:avLst/>
          </a:prstGeom>
          <a:ln>
            <a:noFill/>
          </a:ln>
        </p:spPr>
      </p:pic>
      <p:sp>
        <p:nvSpPr>
          <p:cNvPr id="793" name="CustomShape 11"/>
          <p:cNvSpPr/>
          <p:nvPr/>
        </p:nvSpPr>
        <p:spPr>
          <a:xfrm>
            <a:off x="525168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4960" cy="228384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2160" cy="347256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6480" cy="54648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2160" cy="272160"/>
          </a:xfrm>
          <a:prstGeom prst="rect">
            <a:avLst/>
          </a:prstGeom>
          <a:ln>
            <a:noFill/>
          </a:ln>
        </p:spPr>
      </p:pic>
      <p:sp>
        <p:nvSpPr>
          <p:cNvPr id="798" name="CustomShape 15"/>
          <p:cNvSpPr/>
          <p:nvPr/>
        </p:nvSpPr>
        <p:spPr>
          <a:xfrm>
            <a:off x="904032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4960" cy="228384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89440" cy="82080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5040" cy="45504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6440" cy="226440"/>
          </a:xfrm>
          <a:prstGeom prst="rect">
            <a:avLst/>
          </a:prstGeom>
          <a:ln>
            <a:noFill/>
          </a:ln>
        </p:spPr>
      </p:pic>
      <p:sp>
        <p:nvSpPr>
          <p:cNvPr id="803" name="CustomShape 19"/>
          <p:cNvSpPr/>
          <p:nvPr/>
        </p:nvSpPr>
        <p:spPr>
          <a:xfrm>
            <a:off x="1371600" y="5349240"/>
            <a:ext cx="10083600" cy="820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2800" cy="324396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7040" cy="2786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2800" cy="324396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7040" cy="2786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89440" cy="104940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5040" cy="45504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6440" cy="226440"/>
          </a:xfrm>
          <a:prstGeom prst="rect">
            <a:avLst/>
          </a:prstGeom>
          <a:ln>
            <a:noFill/>
          </a:ln>
        </p:spPr>
      </p:pic>
      <p:sp>
        <p:nvSpPr>
          <p:cNvPr id="817" name="CustomShape 13"/>
          <p:cNvSpPr/>
          <p:nvPr/>
        </p:nvSpPr>
        <p:spPr>
          <a:xfrm>
            <a:off x="1371600" y="5120640"/>
            <a:ext cx="10083600" cy="1049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2960" cy="328968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7200" cy="2832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89440" cy="100368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5040" cy="45504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6440" cy="226440"/>
          </a:xfrm>
          <a:prstGeom prst="rect">
            <a:avLst/>
          </a:prstGeom>
          <a:ln>
            <a:noFill/>
          </a:ln>
        </p:spPr>
      </p:pic>
      <p:sp>
        <p:nvSpPr>
          <p:cNvPr id="829" name="CustomShape 11"/>
          <p:cNvSpPr/>
          <p:nvPr/>
        </p:nvSpPr>
        <p:spPr>
          <a:xfrm>
            <a:off x="1371600" y="5166360"/>
            <a:ext cx="10083600" cy="100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5760" cy="347256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0000" cy="301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7200" cy="214668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6480" cy="54648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2160" cy="272160"/>
          </a:xfrm>
          <a:prstGeom prst="rect">
            <a:avLst/>
          </a:prstGeom>
          <a:ln>
            <a:noFill/>
          </a:ln>
        </p:spPr>
      </p:pic>
      <p:sp>
        <p:nvSpPr>
          <p:cNvPr id="840" name="CustomShape 10"/>
          <p:cNvSpPr/>
          <p:nvPr/>
        </p:nvSpPr>
        <p:spPr>
          <a:xfrm>
            <a:off x="7955280" y="1828800"/>
            <a:ext cx="34542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0000" cy="957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088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088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7200" cy="223812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6480" cy="54648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2160" cy="272160"/>
          </a:xfrm>
          <a:prstGeom prst="rect">
            <a:avLst/>
          </a:prstGeom>
          <a:ln>
            <a:noFill/>
          </a:ln>
        </p:spPr>
      </p:pic>
      <p:sp>
        <p:nvSpPr>
          <p:cNvPr id="845" name="CustomShape 14"/>
          <p:cNvSpPr/>
          <p:nvPr/>
        </p:nvSpPr>
        <p:spPr>
          <a:xfrm>
            <a:off x="7955280" y="4114800"/>
            <a:ext cx="34542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0000" cy="10494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088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088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5760" cy="136944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5040" cy="45504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6440" cy="226440"/>
          </a:xfrm>
          <a:prstGeom prst="rect">
            <a:avLst/>
          </a:prstGeom>
          <a:ln>
            <a:noFill/>
          </a:ln>
        </p:spPr>
      </p:pic>
      <p:sp>
        <p:nvSpPr>
          <p:cNvPr id="850" name="CustomShape 18"/>
          <p:cNvSpPr/>
          <p:nvPr/>
        </p:nvSpPr>
        <p:spPr>
          <a:xfrm>
            <a:off x="1371600" y="4754880"/>
            <a:ext cx="5209920" cy="1369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720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0760" cy="50076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0760" cy="50076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0760" cy="50076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0760" cy="50076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5840" cy="159804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0080" cy="1140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7120" cy="159804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5040" cy="45504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6440" cy="226440"/>
          </a:xfrm>
          <a:prstGeom prst="rect">
            <a:avLst/>
          </a:prstGeom>
          <a:ln>
            <a:noFill/>
          </a:ln>
        </p:spPr>
      </p:pic>
      <p:sp>
        <p:nvSpPr>
          <p:cNvPr id="884" name="CustomShape 33"/>
          <p:cNvSpPr/>
          <p:nvPr/>
        </p:nvSpPr>
        <p:spPr>
          <a:xfrm>
            <a:off x="8503920" y="4572000"/>
            <a:ext cx="2951280" cy="1598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7320" cy="333540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4200" cy="333540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7320" cy="363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4200" cy="363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4680" cy="278676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7920" cy="63792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7880" cy="317880"/>
          </a:xfrm>
          <a:prstGeom prst="rect">
            <a:avLst/>
          </a:prstGeom>
          <a:ln>
            <a:noFill/>
          </a:ln>
        </p:spPr>
      </p:pic>
      <p:sp>
        <p:nvSpPr>
          <p:cNvPr id="896" name="CustomShape 11"/>
          <p:cNvSpPr/>
          <p:nvPr/>
        </p:nvSpPr>
        <p:spPr>
          <a:xfrm>
            <a:off x="822960" y="3337560"/>
            <a:ext cx="1621800" cy="59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1800" cy="820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216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4680" cy="278676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7920" cy="63792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7880" cy="317880"/>
          </a:xfrm>
          <a:prstGeom prst="rect">
            <a:avLst/>
          </a:prstGeom>
          <a:ln>
            <a:noFill/>
          </a:ln>
        </p:spPr>
      </p:pic>
      <p:sp>
        <p:nvSpPr>
          <p:cNvPr id="902" name="CustomShape 16"/>
          <p:cNvSpPr/>
          <p:nvPr/>
        </p:nvSpPr>
        <p:spPr>
          <a:xfrm>
            <a:off x="2949840" y="3337560"/>
            <a:ext cx="1621800" cy="59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1800" cy="820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216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4680" cy="278676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7920" cy="63792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7880" cy="317880"/>
          </a:xfrm>
          <a:prstGeom prst="rect">
            <a:avLst/>
          </a:prstGeom>
          <a:ln>
            <a:noFill/>
          </a:ln>
        </p:spPr>
      </p:pic>
      <p:sp>
        <p:nvSpPr>
          <p:cNvPr id="908" name="CustomShape 21"/>
          <p:cNvSpPr/>
          <p:nvPr/>
        </p:nvSpPr>
        <p:spPr>
          <a:xfrm>
            <a:off x="5488200" y="3337560"/>
            <a:ext cx="1621800" cy="59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1800" cy="820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216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4680" cy="278676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7920" cy="63792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7880" cy="317880"/>
          </a:xfrm>
          <a:prstGeom prst="rect">
            <a:avLst/>
          </a:prstGeom>
          <a:ln>
            <a:noFill/>
          </a:ln>
        </p:spPr>
      </p:pic>
      <p:sp>
        <p:nvSpPr>
          <p:cNvPr id="914" name="CustomShape 26"/>
          <p:cNvSpPr/>
          <p:nvPr/>
        </p:nvSpPr>
        <p:spPr>
          <a:xfrm>
            <a:off x="7615080" y="3337560"/>
            <a:ext cx="1621800" cy="59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1800" cy="820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216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4680" cy="278676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7920" cy="63792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7880" cy="317880"/>
          </a:xfrm>
          <a:prstGeom prst="rect">
            <a:avLst/>
          </a:prstGeom>
          <a:ln>
            <a:noFill/>
          </a:ln>
        </p:spPr>
      </p:pic>
      <p:sp>
        <p:nvSpPr>
          <p:cNvPr id="920" name="CustomShape 31"/>
          <p:cNvSpPr/>
          <p:nvPr/>
        </p:nvSpPr>
        <p:spPr>
          <a:xfrm>
            <a:off x="9741960" y="3337560"/>
            <a:ext cx="1621800" cy="59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1800" cy="820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89440" cy="68364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5040" cy="45504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6440" cy="226440"/>
          </a:xfrm>
          <a:prstGeom prst="rect">
            <a:avLst/>
          </a:prstGeom>
          <a:ln>
            <a:noFill/>
          </a:ln>
        </p:spPr>
      </p:pic>
      <p:sp>
        <p:nvSpPr>
          <p:cNvPr id="925" name="CustomShape 35"/>
          <p:cNvSpPr/>
          <p:nvPr/>
        </p:nvSpPr>
        <p:spPr>
          <a:xfrm>
            <a:off x="1371600" y="5486400"/>
            <a:ext cx="1008360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2960" cy="164376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7200" cy="1186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0000" cy="164376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5040" cy="45504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6440" cy="226440"/>
          </a:xfrm>
          <a:prstGeom prst="rect">
            <a:avLst/>
          </a:prstGeom>
          <a:ln>
            <a:noFill/>
          </a:ln>
        </p:spPr>
      </p:pic>
      <p:sp>
        <p:nvSpPr>
          <p:cNvPr id="937" name="CustomShape 11"/>
          <p:cNvSpPr/>
          <p:nvPr/>
        </p:nvSpPr>
        <p:spPr>
          <a:xfrm>
            <a:off x="8321040" y="4526280"/>
            <a:ext cx="3134160" cy="1643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8400" cy="82080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8400" cy="82080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8400" cy="82080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8400" cy="82080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4560" cy="342684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68800" cy="2969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4560" cy="86652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5040" cy="45504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6440" cy="226440"/>
          </a:xfrm>
          <a:prstGeom prst="rect">
            <a:avLst/>
          </a:prstGeom>
          <a:ln>
            <a:noFill/>
          </a:ln>
        </p:spPr>
      </p:pic>
      <p:sp>
        <p:nvSpPr>
          <p:cNvPr id="955" name="CustomShape 17"/>
          <p:cNvSpPr/>
          <p:nvPr/>
        </p:nvSpPr>
        <p:spPr>
          <a:xfrm>
            <a:off x="6126480" y="5303520"/>
            <a:ext cx="5328720" cy="866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7120" cy="347256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1360" cy="301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89440" cy="82080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5040" cy="45504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6440" cy="226440"/>
          </a:xfrm>
          <a:prstGeom prst="rect">
            <a:avLst/>
          </a:prstGeom>
          <a:ln>
            <a:noFill/>
          </a:ln>
        </p:spPr>
      </p:pic>
      <p:sp>
        <p:nvSpPr>
          <p:cNvPr id="967" name="CustomShape 11"/>
          <p:cNvSpPr/>
          <p:nvPr/>
        </p:nvSpPr>
        <p:spPr>
          <a:xfrm>
            <a:off x="1371600" y="5349240"/>
            <a:ext cx="10083600" cy="820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2160" cy="232956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2160" cy="272160"/>
          </a:xfrm>
          <a:prstGeom prst="rect">
            <a:avLst/>
          </a:prstGeom>
          <a:ln>
            <a:noFill/>
          </a:ln>
        </p:spPr>
      </p:pic>
      <p:sp>
        <p:nvSpPr>
          <p:cNvPr id="975" name="CustomShape 7"/>
          <p:cNvSpPr/>
          <p:nvPr/>
        </p:nvSpPr>
        <p:spPr>
          <a:xfrm>
            <a:off x="146304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4960" cy="114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2160" cy="232956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6480" cy="54648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2160" cy="272160"/>
          </a:xfrm>
          <a:prstGeom prst="rect">
            <a:avLst/>
          </a:prstGeom>
          <a:ln>
            <a:noFill/>
          </a:ln>
        </p:spPr>
      </p:pic>
      <p:sp>
        <p:nvSpPr>
          <p:cNvPr id="980" name="CustomShape 11"/>
          <p:cNvSpPr/>
          <p:nvPr/>
        </p:nvSpPr>
        <p:spPr>
          <a:xfrm>
            <a:off x="525168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4960" cy="114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2160" cy="232956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6480" cy="54648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2160" cy="272160"/>
          </a:xfrm>
          <a:prstGeom prst="rect">
            <a:avLst/>
          </a:prstGeom>
          <a:ln>
            <a:noFill/>
          </a:ln>
        </p:spPr>
      </p:pic>
      <p:sp>
        <p:nvSpPr>
          <p:cNvPr id="985" name="CustomShape 15"/>
          <p:cNvSpPr/>
          <p:nvPr/>
        </p:nvSpPr>
        <p:spPr>
          <a:xfrm>
            <a:off x="904032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4960" cy="114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7280" cy="196380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1520" cy="1506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5680" cy="196380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5040" cy="45504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6440" cy="226440"/>
          </a:xfrm>
          <a:prstGeom prst="rect">
            <a:avLst/>
          </a:prstGeom>
          <a:ln>
            <a:noFill/>
          </a:ln>
        </p:spPr>
      </p:pic>
      <p:sp>
        <p:nvSpPr>
          <p:cNvPr id="993" name="CustomShape 22"/>
          <p:cNvSpPr/>
          <p:nvPr/>
        </p:nvSpPr>
        <p:spPr>
          <a:xfrm>
            <a:off x="8595360" y="4206240"/>
            <a:ext cx="2859840" cy="1963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89440" cy="36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3840" cy="91224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5360" cy="91224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5280" cy="91224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3840" cy="91224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89440" cy="36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3840" cy="91224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5360" cy="91224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5280" cy="91224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3840" cy="91224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2800" cy="114084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5040" cy="45504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6440" cy="226440"/>
          </a:xfrm>
          <a:prstGeom prst="rect">
            <a:avLst/>
          </a:prstGeom>
          <a:ln>
            <a:noFill/>
          </a:ln>
        </p:spPr>
      </p:pic>
      <p:sp>
        <p:nvSpPr>
          <p:cNvPr id="1017" name="CustomShape 23"/>
          <p:cNvSpPr/>
          <p:nvPr/>
        </p:nvSpPr>
        <p:spPr>
          <a:xfrm>
            <a:off x="1371600" y="5029200"/>
            <a:ext cx="4386960" cy="114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2800" cy="114084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5040" cy="45504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6440" cy="226440"/>
          </a:xfrm>
          <a:prstGeom prst="rect">
            <a:avLst/>
          </a:prstGeom>
          <a:ln>
            <a:noFill/>
          </a:ln>
        </p:spPr>
      </p:pic>
      <p:sp>
        <p:nvSpPr>
          <p:cNvPr id="1021" name="CustomShape 26"/>
          <p:cNvSpPr/>
          <p:nvPr/>
        </p:nvSpPr>
        <p:spPr>
          <a:xfrm>
            <a:off x="7068240" y="5029200"/>
            <a:ext cx="4386960" cy="114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50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2800" cy="274104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2160" cy="272160"/>
          </a:xfrm>
          <a:prstGeom prst="rect">
            <a:avLst/>
          </a:prstGeom>
          <a:ln>
            <a:noFill/>
          </a:ln>
        </p:spPr>
      </p:pic>
      <p:sp>
        <p:nvSpPr>
          <p:cNvPr id="1029" name="CustomShape 7"/>
          <p:cNvSpPr/>
          <p:nvPr/>
        </p:nvSpPr>
        <p:spPr>
          <a:xfrm>
            <a:off x="1463040" y="1828800"/>
            <a:ext cx="42498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5600" cy="15523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2800" cy="274104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6480" cy="54648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2160" cy="272160"/>
          </a:xfrm>
          <a:prstGeom prst="rect">
            <a:avLst/>
          </a:prstGeom>
          <a:ln>
            <a:noFill/>
          </a:ln>
        </p:spPr>
      </p:pic>
      <p:sp>
        <p:nvSpPr>
          <p:cNvPr id="1034" name="CustomShape 11"/>
          <p:cNvSpPr/>
          <p:nvPr/>
        </p:nvSpPr>
        <p:spPr>
          <a:xfrm>
            <a:off x="7159680" y="1828800"/>
            <a:ext cx="42498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5600" cy="15523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1600" cy="155232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5840" cy="1095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1360" cy="155232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5040" cy="45504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6440" cy="226440"/>
          </a:xfrm>
          <a:prstGeom prst="rect">
            <a:avLst/>
          </a:prstGeom>
          <a:ln>
            <a:noFill/>
          </a:ln>
        </p:spPr>
      </p:pic>
      <p:sp>
        <p:nvSpPr>
          <p:cNvPr id="1042" name="CustomShape 18"/>
          <p:cNvSpPr/>
          <p:nvPr/>
        </p:nvSpPr>
        <p:spPr>
          <a:xfrm>
            <a:off x="8869680" y="4617720"/>
            <a:ext cx="2585520" cy="1552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628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0760" cy="50076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0760" cy="50076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0760" cy="50076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0800" cy="269532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0760" cy="50076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3600" cy="104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5920" cy="159804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0160" cy="1140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7040" cy="159804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5040" cy="45504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6440" cy="226440"/>
          </a:xfrm>
          <a:prstGeom prst="rect">
            <a:avLst/>
          </a:prstGeom>
          <a:ln>
            <a:noFill/>
          </a:ln>
        </p:spPr>
      </p:pic>
      <p:sp>
        <p:nvSpPr>
          <p:cNvPr id="1076" name="CustomShape 33"/>
          <p:cNvSpPr/>
          <p:nvPr/>
        </p:nvSpPr>
        <p:spPr>
          <a:xfrm>
            <a:off x="9144000" y="4572000"/>
            <a:ext cx="2311200" cy="1598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5000" cy="338112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2160" cy="272160"/>
          </a:xfrm>
          <a:prstGeom prst="rect">
            <a:avLst/>
          </a:prstGeom>
          <a:ln>
            <a:noFill/>
          </a:ln>
        </p:spPr>
      </p:pic>
      <p:sp>
        <p:nvSpPr>
          <p:cNvPr id="1084" name="CustomShape 7"/>
          <p:cNvSpPr/>
          <p:nvPr/>
        </p:nvSpPr>
        <p:spPr>
          <a:xfrm>
            <a:off x="1463040" y="1828800"/>
            <a:ext cx="14220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7800" cy="21924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5000" cy="338112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6480" cy="54648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2160" cy="272160"/>
          </a:xfrm>
          <a:prstGeom prst="rect">
            <a:avLst/>
          </a:prstGeom>
          <a:ln>
            <a:noFill/>
          </a:ln>
        </p:spPr>
      </p:pic>
      <p:sp>
        <p:nvSpPr>
          <p:cNvPr id="1089" name="CustomShape 11"/>
          <p:cNvSpPr/>
          <p:nvPr/>
        </p:nvSpPr>
        <p:spPr>
          <a:xfrm>
            <a:off x="4304520" y="1828800"/>
            <a:ext cx="14220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7800" cy="21924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5000" cy="338112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6480" cy="54648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2160" cy="272160"/>
          </a:xfrm>
          <a:prstGeom prst="rect">
            <a:avLst/>
          </a:prstGeom>
          <a:ln>
            <a:noFill/>
          </a:ln>
        </p:spPr>
      </p:pic>
      <p:sp>
        <p:nvSpPr>
          <p:cNvPr id="1094" name="CustomShape 15"/>
          <p:cNvSpPr/>
          <p:nvPr/>
        </p:nvSpPr>
        <p:spPr>
          <a:xfrm>
            <a:off x="7146000" y="1828800"/>
            <a:ext cx="14220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7800" cy="21924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5000" cy="338112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6480" cy="54648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2160" cy="272160"/>
          </a:xfrm>
          <a:prstGeom prst="rect">
            <a:avLst/>
          </a:prstGeom>
          <a:ln>
            <a:noFill/>
          </a:ln>
        </p:spPr>
      </p:pic>
      <p:sp>
        <p:nvSpPr>
          <p:cNvPr id="1099" name="CustomShape 19"/>
          <p:cNvSpPr/>
          <p:nvPr/>
        </p:nvSpPr>
        <p:spPr>
          <a:xfrm>
            <a:off x="9987480" y="1828800"/>
            <a:ext cx="142200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7800" cy="21924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89440" cy="91224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5040" cy="45504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6440" cy="226440"/>
          </a:xfrm>
          <a:prstGeom prst="rect">
            <a:avLst/>
          </a:prstGeom>
          <a:ln>
            <a:noFill/>
          </a:ln>
        </p:spPr>
      </p:pic>
      <p:sp>
        <p:nvSpPr>
          <p:cNvPr id="1104" name="CustomShape 23"/>
          <p:cNvSpPr/>
          <p:nvPr/>
        </p:nvSpPr>
        <p:spPr>
          <a:xfrm>
            <a:off x="1371600" y="5257800"/>
            <a:ext cx="1008360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7040" cy="182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49600" cy="326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3"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2800" cy="155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2800" cy="82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5040" cy="45504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6440" cy="226440"/>
          </a:xfrm>
          <a:prstGeom prst="rect">
            <a:avLst/>
          </a:prstGeom>
          <a:ln>
            <a:noFill/>
          </a:ln>
        </p:spPr>
      </p:pic>
      <p:sp>
        <p:nvSpPr>
          <p:cNvPr id="1112" name="CustomShape 7"/>
          <p:cNvSpPr/>
          <p:nvPr/>
        </p:nvSpPr>
        <p:spPr>
          <a:xfrm>
            <a:off x="7452360" y="105156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5040" cy="45504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6440" cy="226440"/>
          </a:xfrm>
          <a:prstGeom prst="rect">
            <a:avLst/>
          </a:prstGeom>
          <a:ln>
            <a:noFill/>
          </a:ln>
        </p:spPr>
      </p:pic>
      <p:sp>
        <p:nvSpPr>
          <p:cNvPr id="1116" name="CustomShape 10"/>
          <p:cNvSpPr/>
          <p:nvPr/>
        </p:nvSpPr>
        <p:spPr>
          <a:xfrm>
            <a:off x="7452360" y="182880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5040" cy="45504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6440" cy="226440"/>
          </a:xfrm>
          <a:prstGeom prst="rect">
            <a:avLst/>
          </a:prstGeom>
          <a:ln>
            <a:noFill/>
          </a:ln>
        </p:spPr>
      </p:pic>
      <p:sp>
        <p:nvSpPr>
          <p:cNvPr id="1120" name="CustomShape 13"/>
          <p:cNvSpPr/>
          <p:nvPr/>
        </p:nvSpPr>
        <p:spPr>
          <a:xfrm>
            <a:off x="7452360" y="260604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5040" cy="45504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6440" cy="226440"/>
          </a:xfrm>
          <a:prstGeom prst="rect">
            <a:avLst/>
          </a:prstGeom>
          <a:ln>
            <a:noFill/>
          </a:ln>
        </p:spPr>
      </p:pic>
      <p:sp>
        <p:nvSpPr>
          <p:cNvPr id="1124" name="CustomShape 16"/>
          <p:cNvSpPr/>
          <p:nvPr/>
        </p:nvSpPr>
        <p:spPr>
          <a:xfrm>
            <a:off x="7452360" y="338328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5040" cy="45504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6440" cy="226440"/>
          </a:xfrm>
          <a:prstGeom prst="rect">
            <a:avLst/>
          </a:prstGeom>
          <a:ln>
            <a:noFill/>
          </a:ln>
        </p:spPr>
      </p:pic>
      <p:sp>
        <p:nvSpPr>
          <p:cNvPr id="1128" name="CustomShape 19"/>
          <p:cNvSpPr/>
          <p:nvPr/>
        </p:nvSpPr>
        <p:spPr>
          <a:xfrm>
            <a:off x="7452360" y="416052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5040" cy="45504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6440" cy="226440"/>
          </a:xfrm>
          <a:prstGeom prst="rect">
            <a:avLst/>
          </a:prstGeom>
          <a:ln>
            <a:noFill/>
          </a:ln>
        </p:spPr>
      </p:pic>
      <p:sp>
        <p:nvSpPr>
          <p:cNvPr id="1132" name="CustomShape 22"/>
          <p:cNvSpPr/>
          <p:nvPr/>
        </p:nvSpPr>
        <p:spPr>
          <a:xfrm>
            <a:off x="7452360" y="493776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6480" cy="315252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2160" cy="272160"/>
          </a:xfrm>
          <a:prstGeom prst="rect">
            <a:avLst/>
          </a:prstGeom>
          <a:ln>
            <a:noFill/>
          </a:ln>
        </p:spPr>
      </p:pic>
      <p:sp>
        <p:nvSpPr>
          <p:cNvPr id="1142" name="CustomShape 7"/>
          <p:cNvSpPr/>
          <p:nvPr/>
        </p:nvSpPr>
        <p:spPr>
          <a:xfrm>
            <a:off x="1463040" y="1828800"/>
            <a:ext cx="426348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49280" cy="19638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6480" cy="315252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6480" cy="54648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2160" cy="272160"/>
          </a:xfrm>
          <a:prstGeom prst="rect">
            <a:avLst/>
          </a:prstGeom>
          <a:ln>
            <a:noFill/>
          </a:ln>
        </p:spPr>
      </p:pic>
      <p:sp>
        <p:nvSpPr>
          <p:cNvPr id="1147" name="CustomShape 11"/>
          <p:cNvSpPr/>
          <p:nvPr/>
        </p:nvSpPr>
        <p:spPr>
          <a:xfrm>
            <a:off x="7146000" y="1828800"/>
            <a:ext cx="426348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49280" cy="19638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89440" cy="114084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5040" cy="45504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6440" cy="226440"/>
          </a:xfrm>
          <a:prstGeom prst="rect">
            <a:avLst/>
          </a:prstGeom>
          <a:ln>
            <a:noFill/>
          </a:ln>
        </p:spPr>
      </p:pic>
      <p:sp>
        <p:nvSpPr>
          <p:cNvPr id="1152" name="CustomShape 15"/>
          <p:cNvSpPr/>
          <p:nvPr/>
        </p:nvSpPr>
        <p:spPr>
          <a:xfrm>
            <a:off x="1371600" y="5029200"/>
            <a:ext cx="10083600" cy="114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2280" cy="45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2280" cy="45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2280" cy="820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8000" cy="363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8000" cy="45504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69440" cy="45504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69440" cy="45504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69440" cy="45504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2040" cy="82080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2040" cy="82080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2040" cy="82080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2040" cy="82080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8000" cy="363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8000" cy="45504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69440" cy="45504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69440" cy="45504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69440" cy="45504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2040" cy="82080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2040" cy="82080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2040" cy="82080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2040" cy="82080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8000" cy="5007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8000" cy="5007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1520" cy="360972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5760" cy="3152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1440" cy="360972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4240" cy="257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4240" cy="278388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89440" cy="68364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5040" cy="45504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6440" cy="226440"/>
          </a:xfrm>
          <a:prstGeom prst="rect">
            <a:avLst/>
          </a:prstGeom>
          <a:ln>
            <a:noFill/>
          </a:ln>
        </p:spPr>
      </p:pic>
      <p:sp>
        <p:nvSpPr>
          <p:cNvPr id="1213" name="CustomShape 13"/>
          <p:cNvSpPr/>
          <p:nvPr/>
        </p:nvSpPr>
        <p:spPr>
          <a:xfrm>
            <a:off x="1371600" y="5486400"/>
            <a:ext cx="1008360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2800" cy="232956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7040" cy="1872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2800" cy="196380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5600" cy="257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5600" cy="113796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0160" cy="292392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4400" cy="2466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0160" cy="136944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5040" cy="45504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6440" cy="226440"/>
          </a:xfrm>
          <a:prstGeom prst="rect">
            <a:avLst/>
          </a:prstGeom>
          <a:ln>
            <a:noFill/>
          </a:ln>
        </p:spPr>
      </p:pic>
      <p:sp>
        <p:nvSpPr>
          <p:cNvPr id="1230" name="CustomShape 16"/>
          <p:cNvSpPr/>
          <p:nvPr/>
        </p:nvSpPr>
        <p:spPr>
          <a:xfrm>
            <a:off x="7040880" y="4800600"/>
            <a:ext cx="4414320" cy="1369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436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1520" cy="301536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5760" cy="255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1520" cy="127800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5760" cy="820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1440" cy="237528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4240" cy="257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4240" cy="154944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720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144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576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48560" cy="257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48560" cy="54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576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48560" cy="257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48560" cy="54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576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48560" cy="257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48560" cy="54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564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2160" cy="315252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2160" cy="272160"/>
          </a:xfrm>
          <a:prstGeom prst="rect">
            <a:avLst/>
          </a:prstGeom>
          <a:ln>
            <a:noFill/>
          </a:ln>
        </p:spPr>
      </p:pic>
      <p:sp>
        <p:nvSpPr>
          <p:cNvPr id="1268" name="CustomShape 7"/>
          <p:cNvSpPr/>
          <p:nvPr/>
        </p:nvSpPr>
        <p:spPr>
          <a:xfrm>
            <a:off x="146304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4960" cy="19638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2160" cy="315252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6480" cy="54648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2160" cy="272160"/>
          </a:xfrm>
          <a:prstGeom prst="rect">
            <a:avLst/>
          </a:prstGeom>
          <a:ln>
            <a:noFill/>
          </a:ln>
        </p:spPr>
      </p:pic>
      <p:sp>
        <p:nvSpPr>
          <p:cNvPr id="1273" name="CustomShape 11"/>
          <p:cNvSpPr/>
          <p:nvPr/>
        </p:nvSpPr>
        <p:spPr>
          <a:xfrm>
            <a:off x="525168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4960" cy="19638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088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2160" cy="315252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6480" cy="54648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2160" cy="272160"/>
          </a:xfrm>
          <a:prstGeom prst="rect">
            <a:avLst/>
          </a:prstGeom>
          <a:ln>
            <a:noFill/>
          </a:ln>
        </p:spPr>
      </p:pic>
      <p:sp>
        <p:nvSpPr>
          <p:cNvPr id="1278" name="CustomShape 15"/>
          <p:cNvSpPr/>
          <p:nvPr/>
        </p:nvSpPr>
        <p:spPr>
          <a:xfrm>
            <a:off x="904032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4960" cy="19638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89440" cy="123228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5040" cy="45504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6440" cy="226440"/>
          </a:xfrm>
          <a:prstGeom prst="rect">
            <a:avLst/>
          </a:prstGeom>
          <a:ln>
            <a:noFill/>
          </a:ln>
        </p:spPr>
      </p:pic>
      <p:sp>
        <p:nvSpPr>
          <p:cNvPr id="1283" name="CustomShape 19"/>
          <p:cNvSpPr/>
          <p:nvPr/>
        </p:nvSpPr>
        <p:spPr>
          <a:xfrm>
            <a:off x="1371600" y="4892040"/>
            <a:ext cx="10083600" cy="123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564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2880" cy="301536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7120" cy="255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2880" cy="127800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5040" cy="45504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6440" cy="226440"/>
          </a:xfrm>
          <a:prstGeom prst="rect">
            <a:avLst/>
          </a:prstGeom>
          <a:ln>
            <a:noFill/>
          </a:ln>
        </p:spPr>
      </p:pic>
      <p:sp>
        <p:nvSpPr>
          <p:cNvPr id="1294" name="CustomShape 10"/>
          <p:cNvSpPr/>
          <p:nvPr/>
        </p:nvSpPr>
        <p:spPr>
          <a:xfrm>
            <a:off x="1371600" y="4892040"/>
            <a:ext cx="5027040" cy="127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0080" cy="456984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6480" cy="54648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2160" cy="272160"/>
          </a:xfrm>
          <a:prstGeom prst="rect">
            <a:avLst/>
          </a:prstGeom>
          <a:ln>
            <a:noFill/>
          </a:ln>
        </p:spPr>
      </p:pic>
      <p:sp>
        <p:nvSpPr>
          <p:cNvPr id="1298" name="CustomShape 13"/>
          <p:cNvSpPr/>
          <p:nvPr/>
        </p:nvSpPr>
        <p:spPr>
          <a:xfrm>
            <a:off x="7772400" y="1828800"/>
            <a:ext cx="363708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2880" cy="33811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112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2800" cy="324396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7040" cy="2786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2800" cy="324396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7040" cy="2786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89440" cy="104940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5040" cy="45504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6440" cy="226440"/>
          </a:xfrm>
          <a:prstGeom prst="rect">
            <a:avLst/>
          </a:prstGeom>
          <a:ln>
            <a:noFill/>
          </a:ln>
        </p:spPr>
      </p:pic>
      <p:sp>
        <p:nvSpPr>
          <p:cNvPr id="1313" name="CustomShape 13"/>
          <p:cNvSpPr/>
          <p:nvPr/>
        </p:nvSpPr>
        <p:spPr>
          <a:xfrm>
            <a:off x="1371600" y="5120640"/>
            <a:ext cx="10083600" cy="1049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112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2800" cy="328968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7040" cy="2832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2800" cy="100368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5040" cy="45504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6440" cy="226440"/>
          </a:xfrm>
          <a:prstGeom prst="rect">
            <a:avLst/>
          </a:prstGeom>
          <a:ln>
            <a:noFill/>
          </a:ln>
        </p:spPr>
      </p:pic>
      <p:sp>
        <p:nvSpPr>
          <p:cNvPr id="1324" name="CustomShape 10"/>
          <p:cNvSpPr/>
          <p:nvPr/>
        </p:nvSpPr>
        <p:spPr>
          <a:xfrm>
            <a:off x="1371600" y="5166360"/>
            <a:ext cx="4386960" cy="100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2800" cy="228384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7040" cy="1826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6880" cy="363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6880" cy="363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08880" cy="30888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3920" cy="63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08880" cy="30888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3920" cy="63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08880" cy="30888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3920" cy="63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09280" cy="219240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3520" cy="1095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3520" cy="875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09280" cy="219240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3520" cy="1095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3520" cy="875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09280" cy="219240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3520" cy="1095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3520" cy="875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89440" cy="91224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5040" cy="45504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6440" cy="226440"/>
          </a:xfrm>
          <a:prstGeom prst="rect">
            <a:avLst/>
          </a:prstGeom>
          <a:ln>
            <a:noFill/>
          </a:ln>
        </p:spPr>
      </p:pic>
      <p:sp>
        <p:nvSpPr>
          <p:cNvPr id="1361" name="CustomShape 8"/>
          <p:cNvSpPr/>
          <p:nvPr/>
        </p:nvSpPr>
        <p:spPr>
          <a:xfrm>
            <a:off x="1371600" y="5257800"/>
            <a:ext cx="1008360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5280" cy="40932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2480" cy="45504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09520" cy="109512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09520" cy="109512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09520" cy="109512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09520" cy="54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09520" cy="54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09520" cy="54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7280" cy="91224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1996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2760" cy="241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2760" cy="55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1996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2760" cy="241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2760" cy="55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1996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2760" cy="241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2760" cy="55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432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0800" cy="237528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0760" cy="50076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3600" cy="72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0800" cy="237528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0760" cy="50076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3600" cy="72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0800" cy="237528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0760" cy="50076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3600" cy="72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0800" cy="237528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0760" cy="50076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360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3600" cy="72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2800" cy="191808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7040" cy="146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2800" cy="191808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7040" cy="146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432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7200" cy="360972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1440" cy="3152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5760" cy="118656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5040" cy="45504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6440" cy="226440"/>
          </a:xfrm>
          <a:prstGeom prst="rect">
            <a:avLst/>
          </a:prstGeom>
          <a:ln>
            <a:noFill/>
          </a:ln>
        </p:spPr>
      </p:pic>
      <p:sp>
        <p:nvSpPr>
          <p:cNvPr id="1432" name="CustomShape 11"/>
          <p:cNvSpPr/>
          <p:nvPr/>
        </p:nvSpPr>
        <p:spPr>
          <a:xfrm>
            <a:off x="7955280" y="4023360"/>
            <a:ext cx="3499920" cy="118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89440" cy="68364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5040" cy="45504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6440" cy="226440"/>
          </a:xfrm>
          <a:prstGeom prst="rect">
            <a:avLst/>
          </a:prstGeom>
          <a:ln>
            <a:noFill/>
          </a:ln>
        </p:spPr>
      </p:pic>
      <p:sp>
        <p:nvSpPr>
          <p:cNvPr id="1436" name="CustomShape 14"/>
          <p:cNvSpPr/>
          <p:nvPr/>
        </p:nvSpPr>
        <p:spPr>
          <a:xfrm>
            <a:off x="1371600" y="5486400"/>
            <a:ext cx="1008360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432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89440" cy="69876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0760" cy="50076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6720" cy="6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4680" cy="6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89440" cy="69876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0760" cy="50076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6720" cy="6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4680" cy="6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89440" cy="69876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0760" cy="50076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6720" cy="6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4680" cy="6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2800" cy="182664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7040" cy="1369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2800" cy="182664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7040" cy="1369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632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6720" cy="310680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7920" cy="63792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7880" cy="317880"/>
          </a:xfrm>
          <a:prstGeom prst="rect">
            <a:avLst/>
          </a:prstGeom>
          <a:ln>
            <a:noFill/>
          </a:ln>
        </p:spPr>
      </p:pic>
      <p:sp>
        <p:nvSpPr>
          <p:cNvPr id="1466" name="CustomShape 4"/>
          <p:cNvSpPr/>
          <p:nvPr/>
        </p:nvSpPr>
        <p:spPr>
          <a:xfrm>
            <a:off x="1005840" y="3200400"/>
            <a:ext cx="191808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8080" cy="1278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6720" cy="310680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7920" cy="63792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7880" cy="317880"/>
          </a:xfrm>
          <a:prstGeom prst="rect">
            <a:avLst/>
          </a:prstGeom>
          <a:ln>
            <a:noFill/>
          </a:ln>
        </p:spPr>
      </p:pic>
      <p:sp>
        <p:nvSpPr>
          <p:cNvPr id="1471" name="CustomShape 8"/>
          <p:cNvSpPr/>
          <p:nvPr/>
        </p:nvSpPr>
        <p:spPr>
          <a:xfrm>
            <a:off x="3749040" y="3200400"/>
            <a:ext cx="191808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8080" cy="1278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6720" cy="310680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7920" cy="63792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7880" cy="317880"/>
          </a:xfrm>
          <a:prstGeom prst="rect">
            <a:avLst/>
          </a:prstGeom>
          <a:ln>
            <a:noFill/>
          </a:ln>
        </p:spPr>
      </p:pic>
      <p:sp>
        <p:nvSpPr>
          <p:cNvPr id="1476" name="CustomShape 12"/>
          <p:cNvSpPr/>
          <p:nvPr/>
        </p:nvSpPr>
        <p:spPr>
          <a:xfrm>
            <a:off x="6492240" y="3200400"/>
            <a:ext cx="191808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8080" cy="1278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6720" cy="310680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7920" cy="63792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7880" cy="317880"/>
          </a:xfrm>
          <a:prstGeom prst="rect">
            <a:avLst/>
          </a:prstGeom>
          <a:ln>
            <a:noFill/>
          </a:ln>
        </p:spPr>
      </p:pic>
      <p:sp>
        <p:nvSpPr>
          <p:cNvPr id="1481" name="CustomShape 16"/>
          <p:cNvSpPr/>
          <p:nvPr/>
        </p:nvSpPr>
        <p:spPr>
          <a:xfrm>
            <a:off x="9235440" y="3200400"/>
            <a:ext cx="191808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8080" cy="1278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7040" cy="182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49600" cy="326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3"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2800" cy="155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2800" cy="82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5040" cy="45504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6440" cy="226440"/>
          </a:xfrm>
          <a:prstGeom prst="rect">
            <a:avLst/>
          </a:prstGeom>
          <a:ln>
            <a:noFill/>
          </a:ln>
        </p:spPr>
      </p:pic>
      <p:sp>
        <p:nvSpPr>
          <p:cNvPr id="1492" name="CustomShape 7"/>
          <p:cNvSpPr/>
          <p:nvPr/>
        </p:nvSpPr>
        <p:spPr>
          <a:xfrm>
            <a:off x="7452360" y="105156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5040" cy="45504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6440" cy="226440"/>
          </a:xfrm>
          <a:prstGeom prst="rect">
            <a:avLst/>
          </a:prstGeom>
          <a:ln>
            <a:noFill/>
          </a:ln>
        </p:spPr>
      </p:pic>
      <p:sp>
        <p:nvSpPr>
          <p:cNvPr id="1496" name="CustomShape 10"/>
          <p:cNvSpPr/>
          <p:nvPr/>
        </p:nvSpPr>
        <p:spPr>
          <a:xfrm>
            <a:off x="7452360" y="182880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5040" cy="45504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6440" cy="226440"/>
          </a:xfrm>
          <a:prstGeom prst="rect">
            <a:avLst/>
          </a:prstGeom>
          <a:ln>
            <a:noFill/>
          </a:ln>
        </p:spPr>
      </p:pic>
      <p:sp>
        <p:nvSpPr>
          <p:cNvPr id="1500" name="CustomShape 13"/>
          <p:cNvSpPr/>
          <p:nvPr/>
        </p:nvSpPr>
        <p:spPr>
          <a:xfrm>
            <a:off x="7452360" y="260604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5040" cy="45504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6440" cy="226440"/>
          </a:xfrm>
          <a:prstGeom prst="rect">
            <a:avLst/>
          </a:prstGeom>
          <a:ln>
            <a:noFill/>
          </a:ln>
        </p:spPr>
      </p:pic>
      <p:sp>
        <p:nvSpPr>
          <p:cNvPr id="1504" name="CustomShape 16"/>
          <p:cNvSpPr/>
          <p:nvPr/>
        </p:nvSpPr>
        <p:spPr>
          <a:xfrm>
            <a:off x="7452360" y="338328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5040" cy="45504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6440" cy="226440"/>
          </a:xfrm>
          <a:prstGeom prst="rect">
            <a:avLst/>
          </a:prstGeom>
          <a:ln>
            <a:noFill/>
          </a:ln>
        </p:spPr>
      </p:pic>
      <p:sp>
        <p:nvSpPr>
          <p:cNvPr id="1508" name="CustomShape 19"/>
          <p:cNvSpPr/>
          <p:nvPr/>
        </p:nvSpPr>
        <p:spPr>
          <a:xfrm>
            <a:off x="7452360" y="416052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5600" cy="66528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5040" cy="45504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6440" cy="226440"/>
          </a:xfrm>
          <a:prstGeom prst="rect">
            <a:avLst/>
          </a:prstGeom>
          <a:ln>
            <a:noFill/>
          </a:ln>
        </p:spPr>
      </p:pic>
      <p:sp>
        <p:nvSpPr>
          <p:cNvPr id="1512" name="CustomShape 22"/>
          <p:cNvSpPr/>
          <p:nvPr/>
        </p:nvSpPr>
        <p:spPr>
          <a:xfrm>
            <a:off x="7452360" y="4937760"/>
            <a:ext cx="4021200" cy="665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89440" cy="100368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5040" cy="45504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6440" cy="226440"/>
          </a:xfrm>
          <a:prstGeom prst="rect">
            <a:avLst/>
          </a:prstGeom>
          <a:ln>
            <a:noFill/>
          </a:ln>
        </p:spPr>
      </p:pic>
      <p:sp>
        <p:nvSpPr>
          <p:cNvPr id="1523" name="CustomShape 8"/>
          <p:cNvSpPr/>
          <p:nvPr/>
        </p:nvSpPr>
        <p:spPr>
          <a:xfrm>
            <a:off x="1371600" y="5120640"/>
            <a:ext cx="10083600" cy="100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2040" cy="34524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2040" cy="34524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2040" cy="34524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2040" cy="34524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2040" cy="34524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3760" cy="45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2080" cy="1620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3760" cy="45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2080" cy="1620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3760" cy="45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2080" cy="1620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3600" cy="36360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3680" cy="180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3600" cy="36360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3680" cy="180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3600" cy="36360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3680" cy="180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4560" cy="21744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4560" cy="21744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4560" cy="21744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4560" cy="21744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4560" cy="21744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4560" cy="21744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4560" cy="21744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4560" cy="21744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4560" cy="21744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4560" cy="21744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4560" cy="21744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4560" cy="21744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4560" cy="21744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4560" cy="21744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4560" cy="21744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4560" cy="21744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4560" cy="21744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4560" cy="21744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4560" cy="21744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4560" cy="21744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4560" cy="21744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4560" cy="21744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4560" cy="21744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4560" cy="21744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4560" cy="21744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4560" cy="21744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4560" cy="21744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4560" cy="21744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4560" cy="21744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4560" cy="21744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4560" cy="21744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4560" cy="21744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4560" cy="21744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4560" cy="21744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4560" cy="21744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4560" cy="21744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4560" cy="21744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4560" cy="21744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4560" cy="21744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4560" cy="21744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4560" cy="21744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4560" cy="21744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4560" cy="21744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4560" cy="21744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4560" cy="21744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4560" cy="21744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4560" cy="21744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4560" cy="21744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4560" cy="21744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4560" cy="21744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4560" cy="21744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4560" cy="21744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4560" cy="21744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4560" cy="21744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4560" cy="21744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4560" cy="21744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4560" cy="21744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4560" cy="21744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4560" cy="21744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4560" cy="21744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4560" cy="21744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4560" cy="21744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4560" cy="21744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4560" cy="21744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3680" cy="180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3840" cy="38196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89440" cy="290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5000" cy="100368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5400" cy="34524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5400" cy="4550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7440" cy="23544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5000" cy="100368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5400" cy="34524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5400" cy="4550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7440" cy="23544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5000" cy="100368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5400" cy="34524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5400" cy="4550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7440" cy="23544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5000" cy="100368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5400" cy="34524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5400" cy="4550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3872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296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424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6480" cy="54648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2160" cy="272160"/>
          </a:xfrm>
          <a:prstGeom prst="rect">
            <a:avLst/>
          </a:prstGeom>
          <a:ln>
            <a:noFill/>
          </a:ln>
        </p:spPr>
      </p:pic>
      <p:sp>
        <p:nvSpPr>
          <p:cNvPr id="1638" name="CustomShape 10"/>
          <p:cNvSpPr/>
          <p:nvPr/>
        </p:nvSpPr>
        <p:spPr>
          <a:xfrm>
            <a:off x="8778240" y="1600200"/>
            <a:ext cx="267696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424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6480" cy="54648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2160" cy="272160"/>
          </a:xfrm>
          <a:prstGeom prst="rect">
            <a:avLst/>
          </a:prstGeom>
          <a:ln>
            <a:noFill/>
          </a:ln>
        </p:spPr>
      </p:pic>
      <p:sp>
        <p:nvSpPr>
          <p:cNvPr id="1642" name="CustomShape 13"/>
          <p:cNvSpPr/>
          <p:nvPr/>
        </p:nvSpPr>
        <p:spPr>
          <a:xfrm>
            <a:off x="8778240" y="3218760"/>
            <a:ext cx="267696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424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6480" cy="54648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2160" cy="272160"/>
          </a:xfrm>
          <a:prstGeom prst="rect">
            <a:avLst/>
          </a:prstGeom>
          <a:ln>
            <a:noFill/>
          </a:ln>
        </p:spPr>
      </p:pic>
      <p:sp>
        <p:nvSpPr>
          <p:cNvPr id="1646" name="CustomShape 16"/>
          <p:cNvSpPr/>
          <p:nvPr/>
        </p:nvSpPr>
        <p:spPr>
          <a:xfrm>
            <a:off x="8778240" y="4837320"/>
            <a:ext cx="267696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2800" cy="306108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7040" cy="2603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0160" cy="306108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4400" cy="2603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89440" cy="114084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5040" cy="45504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6440" cy="226440"/>
          </a:xfrm>
          <a:prstGeom prst="rect">
            <a:avLst/>
          </a:prstGeom>
          <a:ln>
            <a:noFill/>
          </a:ln>
        </p:spPr>
      </p:pic>
      <p:sp>
        <p:nvSpPr>
          <p:cNvPr id="1660" name="CustomShape 13"/>
          <p:cNvSpPr/>
          <p:nvPr/>
        </p:nvSpPr>
        <p:spPr>
          <a:xfrm>
            <a:off x="1371600" y="4983480"/>
            <a:ext cx="10083600" cy="114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76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588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012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708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6480" cy="54648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2160" cy="272160"/>
          </a:xfrm>
          <a:prstGeom prst="rect">
            <a:avLst/>
          </a:prstGeom>
          <a:ln>
            <a:noFill/>
          </a:ln>
        </p:spPr>
      </p:pic>
      <p:sp>
        <p:nvSpPr>
          <p:cNvPr id="1671" name="CustomShape 10"/>
          <p:cNvSpPr/>
          <p:nvPr/>
        </p:nvSpPr>
        <p:spPr>
          <a:xfrm>
            <a:off x="8915400" y="1600200"/>
            <a:ext cx="253980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708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6480" cy="54648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2160" cy="272160"/>
          </a:xfrm>
          <a:prstGeom prst="rect">
            <a:avLst/>
          </a:prstGeom>
          <a:ln>
            <a:noFill/>
          </a:ln>
        </p:spPr>
      </p:pic>
      <p:sp>
        <p:nvSpPr>
          <p:cNvPr id="1675" name="CustomShape 13"/>
          <p:cNvSpPr/>
          <p:nvPr/>
        </p:nvSpPr>
        <p:spPr>
          <a:xfrm>
            <a:off x="8915400" y="3218760"/>
            <a:ext cx="253980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708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6480" cy="54648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2160" cy="272160"/>
          </a:xfrm>
          <a:prstGeom prst="rect">
            <a:avLst/>
          </a:prstGeom>
          <a:ln>
            <a:noFill/>
          </a:ln>
        </p:spPr>
      </p:pic>
      <p:sp>
        <p:nvSpPr>
          <p:cNvPr id="1679" name="CustomShape 16"/>
          <p:cNvSpPr/>
          <p:nvPr/>
        </p:nvSpPr>
        <p:spPr>
          <a:xfrm>
            <a:off x="8915400" y="4837320"/>
            <a:ext cx="253980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0928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3520" cy="6836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3520" cy="54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0928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3520" cy="6836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3520" cy="54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09280" cy="136944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3520" cy="6836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3520" cy="54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7200" cy="292392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1440" cy="2466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5760" cy="292392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6480" cy="54648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2160" cy="272160"/>
          </a:xfrm>
          <a:prstGeom prst="rect">
            <a:avLst/>
          </a:prstGeom>
          <a:ln>
            <a:noFill/>
          </a:ln>
        </p:spPr>
      </p:pic>
      <p:sp>
        <p:nvSpPr>
          <p:cNvPr id="1699" name="CustomShape 19"/>
          <p:cNvSpPr/>
          <p:nvPr/>
        </p:nvSpPr>
        <p:spPr>
          <a:xfrm>
            <a:off x="8046720" y="3474720"/>
            <a:ext cx="33627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48560" cy="17352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436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3040" cy="338112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7280" cy="292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89440" cy="91224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5040" cy="45504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6440" cy="226440"/>
          </a:xfrm>
          <a:prstGeom prst="rect">
            <a:avLst/>
          </a:prstGeom>
          <a:ln>
            <a:noFill/>
          </a:ln>
        </p:spPr>
      </p:pic>
      <p:sp>
        <p:nvSpPr>
          <p:cNvPr id="1712" name="CustomShape 11"/>
          <p:cNvSpPr/>
          <p:nvPr/>
        </p:nvSpPr>
        <p:spPr>
          <a:xfrm>
            <a:off x="1371600" y="5257800"/>
            <a:ext cx="1008360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436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21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2160" cy="272160"/>
          </a:xfrm>
          <a:prstGeom prst="rect">
            <a:avLst/>
          </a:prstGeom>
          <a:ln>
            <a:noFill/>
          </a:ln>
        </p:spPr>
      </p:pic>
      <p:sp>
        <p:nvSpPr>
          <p:cNvPr id="1720" name="CustomShape 7"/>
          <p:cNvSpPr/>
          <p:nvPr/>
        </p:nvSpPr>
        <p:spPr>
          <a:xfrm>
            <a:off x="146304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49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21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6480" cy="54648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2160" cy="272160"/>
          </a:xfrm>
          <a:prstGeom prst="rect">
            <a:avLst/>
          </a:prstGeom>
          <a:ln>
            <a:noFill/>
          </a:ln>
        </p:spPr>
      </p:pic>
      <p:sp>
        <p:nvSpPr>
          <p:cNvPr id="1725" name="CustomShape 11"/>
          <p:cNvSpPr/>
          <p:nvPr/>
        </p:nvSpPr>
        <p:spPr>
          <a:xfrm>
            <a:off x="525168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49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21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6480" cy="54648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2160" cy="272160"/>
          </a:xfrm>
          <a:prstGeom prst="rect">
            <a:avLst/>
          </a:prstGeom>
          <a:ln>
            <a:noFill/>
          </a:ln>
        </p:spPr>
      </p:pic>
      <p:sp>
        <p:nvSpPr>
          <p:cNvPr id="1730" name="CustomShape 15"/>
          <p:cNvSpPr/>
          <p:nvPr/>
        </p:nvSpPr>
        <p:spPr>
          <a:xfrm>
            <a:off x="9040320" y="182880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49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21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6480" cy="54648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2160" cy="272160"/>
          </a:xfrm>
          <a:prstGeom prst="rect">
            <a:avLst/>
          </a:prstGeom>
          <a:ln>
            <a:noFill/>
          </a:ln>
        </p:spPr>
      </p:pic>
      <p:sp>
        <p:nvSpPr>
          <p:cNvPr id="1735" name="CustomShape 19"/>
          <p:cNvSpPr/>
          <p:nvPr/>
        </p:nvSpPr>
        <p:spPr>
          <a:xfrm>
            <a:off x="1463040" y="425196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49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21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6480" cy="54648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2160" cy="272160"/>
          </a:xfrm>
          <a:prstGeom prst="rect">
            <a:avLst/>
          </a:prstGeom>
          <a:ln>
            <a:noFill/>
          </a:ln>
        </p:spPr>
      </p:pic>
      <p:sp>
        <p:nvSpPr>
          <p:cNvPr id="1740" name="CustomShape 23"/>
          <p:cNvSpPr/>
          <p:nvPr/>
        </p:nvSpPr>
        <p:spPr>
          <a:xfrm>
            <a:off x="5251680" y="425196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49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21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6480" cy="54648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2160" cy="272160"/>
          </a:xfrm>
          <a:prstGeom prst="rect">
            <a:avLst/>
          </a:prstGeom>
          <a:ln>
            <a:noFill/>
          </a:ln>
        </p:spPr>
      </p:pic>
      <p:sp>
        <p:nvSpPr>
          <p:cNvPr id="1745" name="CustomShape 27"/>
          <p:cNvSpPr/>
          <p:nvPr/>
        </p:nvSpPr>
        <p:spPr>
          <a:xfrm>
            <a:off x="9040320" y="4251960"/>
            <a:ext cx="23691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49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2720" cy="301536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6960" cy="255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89440" cy="118656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5040" cy="45504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6440" cy="226440"/>
          </a:xfrm>
          <a:prstGeom prst="rect">
            <a:avLst/>
          </a:prstGeom>
          <a:ln>
            <a:noFill/>
          </a:ln>
        </p:spPr>
      </p:pic>
      <p:sp>
        <p:nvSpPr>
          <p:cNvPr id="1758" name="CustomShape 11"/>
          <p:cNvSpPr/>
          <p:nvPr/>
        </p:nvSpPr>
        <p:spPr>
          <a:xfrm>
            <a:off x="1371600" y="4937760"/>
            <a:ext cx="10083600" cy="118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53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2160" cy="272160"/>
          </a:xfrm>
          <a:prstGeom prst="rect">
            <a:avLst/>
          </a:prstGeom>
          <a:ln>
            <a:noFill/>
          </a:ln>
        </p:spPr>
      </p:pic>
      <p:sp>
        <p:nvSpPr>
          <p:cNvPr id="1766" name="CustomShape 7"/>
          <p:cNvSpPr/>
          <p:nvPr/>
        </p:nvSpPr>
        <p:spPr>
          <a:xfrm>
            <a:off x="1463040" y="1828800"/>
            <a:ext cx="18723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81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53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6480" cy="54648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2160" cy="272160"/>
          </a:xfrm>
          <a:prstGeom prst="rect">
            <a:avLst/>
          </a:prstGeom>
          <a:ln>
            <a:noFill/>
          </a:ln>
        </p:spPr>
      </p:pic>
      <p:sp>
        <p:nvSpPr>
          <p:cNvPr id="1771" name="CustomShape 11"/>
          <p:cNvSpPr/>
          <p:nvPr/>
        </p:nvSpPr>
        <p:spPr>
          <a:xfrm>
            <a:off x="4754880" y="1828800"/>
            <a:ext cx="18723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81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53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6480" cy="54648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2160" cy="272160"/>
          </a:xfrm>
          <a:prstGeom prst="rect">
            <a:avLst/>
          </a:prstGeom>
          <a:ln>
            <a:noFill/>
          </a:ln>
        </p:spPr>
      </p:pic>
      <p:sp>
        <p:nvSpPr>
          <p:cNvPr id="1776" name="CustomShape 15"/>
          <p:cNvSpPr/>
          <p:nvPr/>
        </p:nvSpPr>
        <p:spPr>
          <a:xfrm>
            <a:off x="1463040" y="4251960"/>
            <a:ext cx="18723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81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5360" cy="214668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6480" cy="54648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2160" cy="272160"/>
          </a:xfrm>
          <a:prstGeom prst="rect">
            <a:avLst/>
          </a:prstGeom>
          <a:ln>
            <a:noFill/>
          </a:ln>
        </p:spPr>
      </p:pic>
      <p:sp>
        <p:nvSpPr>
          <p:cNvPr id="1781" name="CustomShape 19"/>
          <p:cNvSpPr/>
          <p:nvPr/>
        </p:nvSpPr>
        <p:spPr>
          <a:xfrm>
            <a:off x="4754880" y="4251960"/>
            <a:ext cx="187236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8160" cy="957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5760" cy="315252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0000" cy="269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5760" cy="114084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5040" cy="45504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6440" cy="226440"/>
          </a:xfrm>
          <a:prstGeom prst="rect">
            <a:avLst/>
          </a:prstGeom>
          <a:ln>
            <a:noFill/>
          </a:ln>
        </p:spPr>
      </p:pic>
      <p:sp>
        <p:nvSpPr>
          <p:cNvPr id="1789" name="CustomShape 26"/>
          <p:cNvSpPr/>
          <p:nvPr/>
        </p:nvSpPr>
        <p:spPr>
          <a:xfrm>
            <a:off x="7955280" y="5029200"/>
            <a:ext cx="3499920" cy="114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720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144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576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6480" cy="54648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2160" cy="272160"/>
          </a:xfrm>
          <a:prstGeom prst="rect">
            <a:avLst/>
          </a:prstGeom>
          <a:ln>
            <a:noFill/>
          </a:ln>
        </p:spPr>
      </p:pic>
      <p:sp>
        <p:nvSpPr>
          <p:cNvPr id="1800" name="CustomShape 10"/>
          <p:cNvSpPr/>
          <p:nvPr/>
        </p:nvSpPr>
        <p:spPr>
          <a:xfrm>
            <a:off x="8046720" y="1600200"/>
            <a:ext cx="340848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576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6480" cy="54648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2160" cy="272160"/>
          </a:xfrm>
          <a:prstGeom prst="rect">
            <a:avLst/>
          </a:prstGeom>
          <a:ln>
            <a:noFill/>
          </a:ln>
        </p:spPr>
      </p:pic>
      <p:sp>
        <p:nvSpPr>
          <p:cNvPr id="1804" name="CustomShape 13"/>
          <p:cNvSpPr/>
          <p:nvPr/>
        </p:nvSpPr>
        <p:spPr>
          <a:xfrm>
            <a:off x="8046720" y="3218760"/>
            <a:ext cx="340848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5760" cy="133272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6480" cy="54648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2160" cy="272160"/>
          </a:xfrm>
          <a:prstGeom prst="rect">
            <a:avLst/>
          </a:prstGeom>
          <a:ln>
            <a:noFill/>
          </a:ln>
        </p:spPr>
      </p:pic>
      <p:sp>
        <p:nvSpPr>
          <p:cNvPr id="1808" name="CustomShape 16"/>
          <p:cNvSpPr/>
          <p:nvPr/>
        </p:nvSpPr>
        <p:spPr>
          <a:xfrm>
            <a:off x="8046720" y="4837320"/>
            <a:ext cx="3408480" cy="13327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240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6480" cy="342684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6480" cy="54648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2160" cy="272160"/>
          </a:xfrm>
          <a:prstGeom prst="rect">
            <a:avLst/>
          </a:prstGeom>
          <a:ln>
            <a:noFill/>
          </a:ln>
        </p:spPr>
      </p:pic>
      <p:sp>
        <p:nvSpPr>
          <p:cNvPr id="1816" name="CustomShape 7"/>
          <p:cNvSpPr/>
          <p:nvPr/>
        </p:nvSpPr>
        <p:spPr>
          <a:xfrm>
            <a:off x="1463040" y="1828800"/>
            <a:ext cx="426348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49280" cy="22381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6480" cy="342684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6480" cy="54648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2160" cy="272160"/>
          </a:xfrm>
          <a:prstGeom prst="rect">
            <a:avLst/>
          </a:prstGeom>
          <a:ln>
            <a:noFill/>
          </a:ln>
        </p:spPr>
      </p:pic>
      <p:sp>
        <p:nvSpPr>
          <p:cNvPr id="1821" name="CustomShape 11"/>
          <p:cNvSpPr/>
          <p:nvPr/>
        </p:nvSpPr>
        <p:spPr>
          <a:xfrm>
            <a:off x="7146000" y="1828800"/>
            <a:ext cx="426348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49280" cy="22381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89440" cy="91224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5040" cy="45504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6440" cy="226440"/>
          </a:xfrm>
          <a:prstGeom prst="rect">
            <a:avLst/>
          </a:prstGeom>
          <a:ln>
            <a:noFill/>
          </a:ln>
        </p:spPr>
      </p:pic>
      <p:sp>
        <p:nvSpPr>
          <p:cNvPr id="1826" name="CustomShape 15"/>
          <p:cNvSpPr/>
          <p:nvPr/>
        </p:nvSpPr>
        <p:spPr>
          <a:xfrm>
            <a:off x="1371600" y="5257800"/>
            <a:ext cx="1008360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824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1560" cy="342684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0760" cy="50076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436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4360" cy="1780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1560" cy="342684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0760" cy="50076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436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4360" cy="1780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4800" cy="27216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1560" cy="342684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0760" cy="50076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0760" cy="5007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4360" cy="63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4360" cy="1780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89440" cy="91224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5040" cy="45504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6440" cy="226440"/>
          </a:xfrm>
          <a:prstGeom prst="rect">
            <a:avLst/>
          </a:prstGeom>
          <a:ln>
            <a:noFill/>
          </a:ln>
        </p:spPr>
      </p:pic>
      <p:sp>
        <p:nvSpPr>
          <p:cNvPr id="1851" name="CustomShape 24"/>
          <p:cNvSpPr/>
          <p:nvPr/>
        </p:nvSpPr>
        <p:spPr>
          <a:xfrm>
            <a:off x="1371600" y="5257800"/>
            <a:ext cx="1008360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36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6480" cy="155232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6480" cy="54648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2160" cy="272160"/>
          </a:xfrm>
          <a:prstGeom prst="rect">
            <a:avLst/>
          </a:prstGeom>
          <a:ln>
            <a:noFill/>
          </a:ln>
        </p:spPr>
      </p:pic>
      <p:sp>
        <p:nvSpPr>
          <p:cNvPr id="1859" name="CustomShape 7"/>
          <p:cNvSpPr/>
          <p:nvPr/>
        </p:nvSpPr>
        <p:spPr>
          <a:xfrm>
            <a:off x="1463040" y="1600200"/>
            <a:ext cx="4309200" cy="1552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6480" cy="155232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6480" cy="54648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2160" cy="272160"/>
          </a:xfrm>
          <a:prstGeom prst="rect">
            <a:avLst/>
          </a:prstGeom>
          <a:ln>
            <a:noFill/>
          </a:ln>
        </p:spPr>
      </p:pic>
      <p:sp>
        <p:nvSpPr>
          <p:cNvPr id="1863" name="CustomShape 10"/>
          <p:cNvSpPr/>
          <p:nvPr/>
        </p:nvSpPr>
        <p:spPr>
          <a:xfrm>
            <a:off x="7146000" y="1600200"/>
            <a:ext cx="4309200" cy="1552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6480" cy="155232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6480" cy="54648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2160" cy="272160"/>
          </a:xfrm>
          <a:prstGeom prst="rect">
            <a:avLst/>
          </a:prstGeom>
          <a:ln>
            <a:noFill/>
          </a:ln>
        </p:spPr>
      </p:pic>
      <p:sp>
        <p:nvSpPr>
          <p:cNvPr id="1867" name="CustomShape 13"/>
          <p:cNvSpPr/>
          <p:nvPr/>
        </p:nvSpPr>
        <p:spPr>
          <a:xfrm>
            <a:off x="1463040" y="3383280"/>
            <a:ext cx="4309200" cy="1552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6480" cy="155232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6480" cy="54648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2160" cy="272160"/>
          </a:xfrm>
          <a:prstGeom prst="rect">
            <a:avLst/>
          </a:prstGeom>
          <a:ln>
            <a:noFill/>
          </a:ln>
        </p:spPr>
      </p:pic>
      <p:sp>
        <p:nvSpPr>
          <p:cNvPr id="1871" name="CustomShape 16"/>
          <p:cNvSpPr/>
          <p:nvPr/>
        </p:nvSpPr>
        <p:spPr>
          <a:xfrm>
            <a:off x="7146000" y="3383280"/>
            <a:ext cx="4309200" cy="1552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89440" cy="91224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5040" cy="45504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6440" cy="226440"/>
          </a:xfrm>
          <a:prstGeom prst="rect">
            <a:avLst/>
          </a:prstGeom>
          <a:ln>
            <a:noFill/>
          </a:ln>
        </p:spPr>
      </p:pic>
      <p:sp>
        <p:nvSpPr>
          <p:cNvPr id="1875" name="CustomShape 19"/>
          <p:cNvSpPr/>
          <p:nvPr/>
        </p:nvSpPr>
        <p:spPr>
          <a:xfrm>
            <a:off x="1371600" y="5257800"/>
            <a:ext cx="1008360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652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3872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296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4240" cy="91224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6480" cy="54648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648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6960" cy="9122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4240" cy="91224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6480" cy="54648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648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6960" cy="9122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4240" cy="91224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6480" cy="54648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648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6960" cy="9122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4240" cy="91224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6480" cy="54648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648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6960" cy="9122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588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69840" cy="91224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6480" cy="54648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648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2560" cy="9122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69840" cy="91224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6480" cy="54648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648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2560" cy="9122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69840" cy="91224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6480" cy="54648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6480" cy="546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2560" cy="9122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3120" cy="338112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7360" cy="292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89440" cy="91224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5040" cy="45504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6440" cy="226440"/>
          </a:xfrm>
          <a:prstGeom prst="rect">
            <a:avLst/>
          </a:prstGeom>
          <a:ln>
            <a:noFill/>
          </a:ln>
        </p:spPr>
      </p:pic>
      <p:sp>
        <p:nvSpPr>
          <p:cNvPr id="1921" name="CustomShape 22"/>
          <p:cNvSpPr/>
          <p:nvPr/>
        </p:nvSpPr>
        <p:spPr>
          <a:xfrm>
            <a:off x="1371600" y="5257800"/>
            <a:ext cx="1008360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364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38720" cy="456984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1040" cy="226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3"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2960" cy="4112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4240" cy="246672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6480" cy="54648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2160" cy="272160"/>
          </a:xfrm>
          <a:prstGeom prst="rect">
            <a:avLst/>
          </a:prstGeom>
          <a:ln>
            <a:noFill/>
          </a:ln>
        </p:spPr>
      </p:pic>
      <p:sp>
        <p:nvSpPr>
          <p:cNvPr id="1932" name="CustomShape 10"/>
          <p:cNvSpPr/>
          <p:nvPr/>
        </p:nvSpPr>
        <p:spPr>
          <a:xfrm>
            <a:off x="8778240" y="1828800"/>
            <a:ext cx="26312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7040" cy="127800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4240" cy="182664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5040" cy="45504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6440" cy="226440"/>
          </a:xfrm>
          <a:prstGeom prst="rect">
            <a:avLst/>
          </a:prstGeom>
          <a:ln>
            <a:noFill/>
          </a:ln>
        </p:spPr>
      </p:pic>
      <p:sp>
        <p:nvSpPr>
          <p:cNvPr id="1937" name="CustomShape 14"/>
          <p:cNvSpPr/>
          <p:nvPr/>
        </p:nvSpPr>
        <p:spPr>
          <a:xfrm>
            <a:off x="8686800" y="4343400"/>
            <a:ext cx="2768400" cy="1826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5600" cy="2721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7160" cy="132372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1400" cy="660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1400" cy="528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7160" cy="132372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1400" cy="660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1400" cy="528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7160" cy="132372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1400" cy="660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1400" cy="528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7160" cy="132372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1400" cy="660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1400" cy="528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398640" cy="296964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6480" cy="54648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2160" cy="272160"/>
          </a:xfrm>
          <a:prstGeom prst="rect">
            <a:avLst/>
          </a:prstGeom>
          <a:ln>
            <a:noFill/>
          </a:ln>
        </p:spPr>
      </p:pic>
      <p:sp>
        <p:nvSpPr>
          <p:cNvPr id="1957" name="CustomShape 19"/>
          <p:cNvSpPr/>
          <p:nvPr/>
        </p:nvSpPr>
        <p:spPr>
          <a:xfrm>
            <a:off x="1463040" y="3429000"/>
            <a:ext cx="525564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1440" cy="17809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4320" cy="296964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6480" cy="54648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2160" cy="272160"/>
          </a:xfrm>
          <a:prstGeom prst="rect">
            <a:avLst/>
          </a:prstGeom>
          <a:ln>
            <a:noFill/>
          </a:ln>
        </p:spPr>
      </p:pic>
      <p:sp>
        <p:nvSpPr>
          <p:cNvPr id="1962" name="CustomShape 23"/>
          <p:cNvSpPr/>
          <p:nvPr/>
        </p:nvSpPr>
        <p:spPr>
          <a:xfrm>
            <a:off x="8138160" y="3429000"/>
            <a:ext cx="3271320" cy="54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7120" cy="1780920"/>
          </a:xfrm>
          <a:prstGeom prst="rect">
            <a:avLst/>
          </a:prstGeom>
          <a:noFill/>
          <a:ln>
            <a:noFill/>
          </a:ln>
        </p:spPr>
        <p:style>
          <a:lnRef idx="0"/>
          <a:fillRef idx="0"/>
          <a:effectRef idx="0"/>
          <a:fontRef idx="minor"/>
        </p:style>
        <p:txBody>
          <a:bodyPr lIns="0" rIns="0" tIns="0" bIns="0">
            <a:noAutofit/>
          </a:bodyPr>
          <a:p>
            <a:pPr marL="203040" indent="-20088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088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0880" cy="27216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3"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2320" cy="683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6480" cy="88956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6480" cy="54648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2160" cy="272160"/>
          </a:xfrm>
          <a:prstGeom prst="rect">
            <a:avLst/>
          </a:prstGeom>
          <a:ln>
            <a:noFill/>
          </a:ln>
        </p:spPr>
      </p:pic>
      <p:sp>
        <p:nvSpPr>
          <p:cNvPr id="1971" name="CustomShape 7"/>
          <p:cNvSpPr/>
          <p:nvPr/>
        </p:nvSpPr>
        <p:spPr>
          <a:xfrm>
            <a:off x="1463040" y="1600200"/>
            <a:ext cx="4309200" cy="8895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6480" cy="88956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6480" cy="54648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2160" cy="272160"/>
          </a:xfrm>
          <a:prstGeom prst="rect">
            <a:avLst/>
          </a:prstGeom>
          <a:ln>
            <a:noFill/>
          </a:ln>
        </p:spPr>
      </p:pic>
      <p:sp>
        <p:nvSpPr>
          <p:cNvPr id="1975" name="CustomShape 10"/>
          <p:cNvSpPr/>
          <p:nvPr/>
        </p:nvSpPr>
        <p:spPr>
          <a:xfrm>
            <a:off x="7146000" y="1600200"/>
            <a:ext cx="4309200" cy="8895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6480" cy="88956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6480" cy="54648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2160" cy="272160"/>
          </a:xfrm>
          <a:prstGeom prst="rect">
            <a:avLst/>
          </a:prstGeom>
          <a:ln>
            <a:noFill/>
          </a:ln>
        </p:spPr>
      </p:pic>
      <p:sp>
        <p:nvSpPr>
          <p:cNvPr id="1979" name="CustomShape 13"/>
          <p:cNvSpPr/>
          <p:nvPr/>
        </p:nvSpPr>
        <p:spPr>
          <a:xfrm>
            <a:off x="1463040" y="2766240"/>
            <a:ext cx="4309200" cy="8895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6480" cy="88956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6480" cy="54648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2160" cy="272160"/>
          </a:xfrm>
          <a:prstGeom prst="rect">
            <a:avLst/>
          </a:prstGeom>
          <a:ln>
            <a:noFill/>
          </a:ln>
        </p:spPr>
      </p:pic>
      <p:sp>
        <p:nvSpPr>
          <p:cNvPr id="1983" name="CustomShape 16"/>
          <p:cNvSpPr/>
          <p:nvPr/>
        </p:nvSpPr>
        <p:spPr>
          <a:xfrm>
            <a:off x="7146000" y="2766240"/>
            <a:ext cx="4309200" cy="8895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6480" cy="88956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6480" cy="54648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2160" cy="272160"/>
          </a:xfrm>
          <a:prstGeom prst="rect">
            <a:avLst/>
          </a:prstGeom>
          <a:ln>
            <a:noFill/>
          </a:ln>
        </p:spPr>
      </p:pic>
      <p:sp>
        <p:nvSpPr>
          <p:cNvPr id="1987" name="CustomShape 19"/>
          <p:cNvSpPr/>
          <p:nvPr/>
        </p:nvSpPr>
        <p:spPr>
          <a:xfrm>
            <a:off x="1463040" y="3931920"/>
            <a:ext cx="4309200" cy="8895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6480" cy="88956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6480" cy="54648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2160" cy="272160"/>
          </a:xfrm>
          <a:prstGeom prst="rect">
            <a:avLst/>
          </a:prstGeom>
          <a:ln>
            <a:noFill/>
          </a:ln>
        </p:spPr>
      </p:pic>
      <p:sp>
        <p:nvSpPr>
          <p:cNvPr id="1991" name="CustomShape 22"/>
          <p:cNvSpPr/>
          <p:nvPr/>
        </p:nvSpPr>
        <p:spPr>
          <a:xfrm>
            <a:off x="7146000" y="3931920"/>
            <a:ext cx="4309200" cy="8895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6480" cy="88956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6480" cy="54648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2160" cy="272160"/>
          </a:xfrm>
          <a:prstGeom prst="rect">
            <a:avLst/>
          </a:prstGeom>
          <a:ln>
            <a:noFill/>
          </a:ln>
        </p:spPr>
      </p:pic>
      <p:sp>
        <p:nvSpPr>
          <p:cNvPr id="1995" name="CustomShape 25"/>
          <p:cNvSpPr/>
          <p:nvPr/>
        </p:nvSpPr>
        <p:spPr>
          <a:xfrm>
            <a:off x="1463040" y="5097960"/>
            <a:ext cx="4309200" cy="8895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6480" cy="88956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6480" cy="54648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2160" cy="272160"/>
          </a:xfrm>
          <a:prstGeom prst="rect">
            <a:avLst/>
          </a:prstGeom>
          <a:ln>
            <a:noFill/>
          </a:ln>
        </p:spPr>
      </p:pic>
      <p:sp>
        <p:nvSpPr>
          <p:cNvPr id="1999" name="CustomShape 28"/>
          <p:cNvSpPr/>
          <p:nvPr/>
        </p:nvSpPr>
        <p:spPr>
          <a:xfrm>
            <a:off x="7146000" y="5097960"/>
            <a:ext cx="4309200" cy="8895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6320" cy="91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6720" cy="310680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7920" cy="63792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7880" cy="317880"/>
          </a:xfrm>
          <a:prstGeom prst="rect">
            <a:avLst/>
          </a:prstGeom>
          <a:ln>
            <a:noFill/>
          </a:ln>
        </p:spPr>
      </p:pic>
      <p:sp>
        <p:nvSpPr>
          <p:cNvPr id="2004" name="CustomShape 4"/>
          <p:cNvSpPr/>
          <p:nvPr/>
        </p:nvSpPr>
        <p:spPr>
          <a:xfrm>
            <a:off x="1005840" y="3200400"/>
            <a:ext cx="191808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8080" cy="1278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6720" cy="310680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7920" cy="63792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7880" cy="317880"/>
          </a:xfrm>
          <a:prstGeom prst="rect">
            <a:avLst/>
          </a:prstGeom>
          <a:ln>
            <a:noFill/>
          </a:ln>
        </p:spPr>
      </p:pic>
      <p:sp>
        <p:nvSpPr>
          <p:cNvPr id="2009" name="CustomShape 8"/>
          <p:cNvSpPr/>
          <p:nvPr/>
        </p:nvSpPr>
        <p:spPr>
          <a:xfrm>
            <a:off x="3749040" y="3200400"/>
            <a:ext cx="191808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8080" cy="1278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6720" cy="310680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7920" cy="63792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7880" cy="317880"/>
          </a:xfrm>
          <a:prstGeom prst="rect">
            <a:avLst/>
          </a:prstGeom>
          <a:ln>
            <a:noFill/>
          </a:ln>
        </p:spPr>
      </p:pic>
      <p:sp>
        <p:nvSpPr>
          <p:cNvPr id="2014" name="CustomShape 12"/>
          <p:cNvSpPr/>
          <p:nvPr/>
        </p:nvSpPr>
        <p:spPr>
          <a:xfrm>
            <a:off x="6492240" y="3200400"/>
            <a:ext cx="191808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8080" cy="1278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6720" cy="310680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7920" cy="63792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7880" cy="317880"/>
          </a:xfrm>
          <a:prstGeom prst="rect">
            <a:avLst/>
          </a:prstGeom>
          <a:ln>
            <a:noFill/>
          </a:ln>
        </p:spPr>
      </p:pic>
      <p:sp>
        <p:nvSpPr>
          <p:cNvPr id="2019" name="CustomShape 16"/>
          <p:cNvSpPr/>
          <p:nvPr/>
        </p:nvSpPr>
        <p:spPr>
          <a:xfrm>
            <a:off x="9235440" y="3200400"/>
            <a:ext cx="1918080" cy="546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8080" cy="1278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4240" cy="272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5440" cy="27216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593</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2026-10-23T08:47:45Z</dcterms:modified>
  <cp:revision>28</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